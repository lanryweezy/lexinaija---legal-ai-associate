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311" r:id="rId3"/>
    <p:sldId id="271" r:id="rId4"/>
    <p:sldId id="360" r:id="rId5"/>
    <p:sldId id="270" r:id="rId6"/>
    <p:sldId id="332" r:id="rId7"/>
    <p:sldId id="361" r:id="rId8"/>
    <p:sldId id="341" r:id="rId9"/>
    <p:sldId id="339" r:id="rId10"/>
    <p:sldId id="338" r:id="rId11"/>
    <p:sldId id="362" r:id="rId12"/>
    <p:sldId id="276" r:id="rId13"/>
    <p:sldId id="363" r:id="rId14"/>
    <p:sldId id="285" r:id="rId15"/>
    <p:sldId id="329" r:id="rId16"/>
    <p:sldId id="364" r:id="rId17"/>
    <p:sldId id="392" r:id="rId18"/>
    <p:sldId id="260" r:id="rId19"/>
    <p:sldId id="393" r:id="rId20"/>
    <p:sldId id="342" r:id="rId21"/>
    <p:sldId id="345" r:id="rId22"/>
    <p:sldId id="356" r:id="rId23"/>
    <p:sldId id="347" r:id="rId24"/>
    <p:sldId id="355" r:id="rId25"/>
    <p:sldId id="358" r:id="rId26"/>
    <p:sldId id="357" r:id="rId27"/>
    <p:sldId id="359" r:id="rId28"/>
    <p:sldId id="394" r:id="rId29"/>
    <p:sldId id="395" r:id="rId30"/>
    <p:sldId id="396" r:id="rId31"/>
    <p:sldId id="397" r:id="rId32"/>
    <p:sldId id="365" r:id="rId33"/>
    <p:sldId id="367" r:id="rId34"/>
    <p:sldId id="369" r:id="rId35"/>
    <p:sldId id="373" r:id="rId36"/>
    <p:sldId id="374" r:id="rId37"/>
    <p:sldId id="375" r:id="rId38"/>
    <p:sldId id="376" r:id="rId39"/>
    <p:sldId id="377" r:id="rId40"/>
    <p:sldId id="378" r:id="rId41"/>
    <p:sldId id="379" r:id="rId42"/>
    <p:sldId id="381" r:id="rId43"/>
    <p:sldId id="382" r:id="rId44"/>
    <p:sldId id="383" r:id="rId45"/>
    <p:sldId id="38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pp Mbagwu" initials="AM" lastIdx="5" clrIdx="0">
    <p:extLst>
      <p:ext uri="{19B8F6BF-5375-455C-9EA6-DF929625EA0E}">
        <p15:presenceInfo xmlns:p15="http://schemas.microsoft.com/office/powerpoint/2012/main" userId="App Mbagwu" providerId="None"/>
      </p:ext>
    </p:extLst>
  </p:cmAuthor>
  <p:cmAuthor id="2" name="A.P.P. Mbagwu" initials="AM" lastIdx="0" clrIdx="1">
    <p:extLst>
      <p:ext uri="{19B8F6BF-5375-455C-9EA6-DF929625EA0E}">
        <p15:presenceInfo xmlns:p15="http://schemas.microsoft.com/office/powerpoint/2012/main" userId="A.P.P. Mbagw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0CBB4-0AE2-45FA-BEB2-482109F103F9}" v="36" dt="2025-04-27T07:51:53.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57" d="100"/>
          <a:sy n="57" d="100"/>
        </p:scale>
        <p:origin x="9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on Odinaka" userId="64f06fb7-cdb0-4d06-9cef-d274fad8a4c9" providerId="ADAL" clId="{2DE0CBB4-0AE2-45FA-BEB2-482109F103F9}"/>
    <pc:docChg chg="undo redo custSel addSld delSld modSld sldOrd">
      <pc:chgData name="Zion Odinaka" userId="64f06fb7-cdb0-4d06-9cef-d274fad8a4c9" providerId="ADAL" clId="{2DE0CBB4-0AE2-45FA-BEB2-482109F103F9}" dt="2025-04-27T07:59:52.790" v="811" actId="20577"/>
      <pc:docMkLst>
        <pc:docMk/>
      </pc:docMkLst>
      <pc:sldChg chg="add del">
        <pc:chgData name="Zion Odinaka" userId="64f06fb7-cdb0-4d06-9cef-d274fad8a4c9" providerId="ADAL" clId="{2DE0CBB4-0AE2-45FA-BEB2-482109F103F9}" dt="2025-04-27T07:24:27.235" v="55" actId="47"/>
        <pc:sldMkLst>
          <pc:docMk/>
          <pc:sldMk cId="35604123" sldId="260"/>
        </pc:sldMkLst>
      </pc:sldChg>
      <pc:sldChg chg="del">
        <pc:chgData name="Zion Odinaka" userId="64f06fb7-cdb0-4d06-9cef-d274fad8a4c9" providerId="ADAL" clId="{2DE0CBB4-0AE2-45FA-BEB2-482109F103F9}" dt="2025-04-27T07:24:12.854" v="2" actId="47"/>
        <pc:sldMkLst>
          <pc:docMk/>
          <pc:sldMk cId="2828920828" sldId="261"/>
        </pc:sldMkLst>
      </pc:sldChg>
      <pc:sldChg chg="del">
        <pc:chgData name="Zion Odinaka" userId="64f06fb7-cdb0-4d06-9cef-d274fad8a4c9" providerId="ADAL" clId="{2DE0CBB4-0AE2-45FA-BEB2-482109F103F9}" dt="2025-04-27T07:24:14.181" v="4" actId="47"/>
        <pc:sldMkLst>
          <pc:docMk/>
          <pc:sldMk cId="1304247442" sldId="262"/>
        </pc:sldMkLst>
      </pc:sldChg>
      <pc:sldChg chg="del">
        <pc:chgData name="Zion Odinaka" userId="64f06fb7-cdb0-4d06-9cef-d274fad8a4c9" providerId="ADAL" clId="{2DE0CBB4-0AE2-45FA-BEB2-482109F103F9}" dt="2025-04-27T07:24:14.424" v="5" actId="47"/>
        <pc:sldMkLst>
          <pc:docMk/>
          <pc:sldMk cId="3660161264" sldId="263"/>
        </pc:sldMkLst>
      </pc:sldChg>
      <pc:sldChg chg="del">
        <pc:chgData name="Zion Odinaka" userId="64f06fb7-cdb0-4d06-9cef-d274fad8a4c9" providerId="ADAL" clId="{2DE0CBB4-0AE2-45FA-BEB2-482109F103F9}" dt="2025-04-27T07:24:16.228" v="8" actId="47"/>
        <pc:sldMkLst>
          <pc:docMk/>
          <pc:sldMk cId="1279889525" sldId="264"/>
        </pc:sldMkLst>
      </pc:sldChg>
      <pc:sldChg chg="del">
        <pc:chgData name="Zion Odinaka" userId="64f06fb7-cdb0-4d06-9cef-d274fad8a4c9" providerId="ADAL" clId="{2DE0CBB4-0AE2-45FA-BEB2-482109F103F9}" dt="2025-04-27T07:24:16.406" v="9" actId="47"/>
        <pc:sldMkLst>
          <pc:docMk/>
          <pc:sldMk cId="3209550589" sldId="265"/>
        </pc:sldMkLst>
      </pc:sldChg>
      <pc:sldChg chg="del">
        <pc:chgData name="Zion Odinaka" userId="64f06fb7-cdb0-4d06-9cef-d274fad8a4c9" providerId="ADAL" clId="{2DE0CBB4-0AE2-45FA-BEB2-482109F103F9}" dt="2025-04-27T07:24:16.604" v="10" actId="47"/>
        <pc:sldMkLst>
          <pc:docMk/>
          <pc:sldMk cId="2408077329" sldId="266"/>
        </pc:sldMkLst>
      </pc:sldChg>
      <pc:sldChg chg="del">
        <pc:chgData name="Zion Odinaka" userId="64f06fb7-cdb0-4d06-9cef-d274fad8a4c9" providerId="ADAL" clId="{2DE0CBB4-0AE2-45FA-BEB2-482109F103F9}" dt="2025-04-27T07:24:17.391" v="12" actId="47"/>
        <pc:sldMkLst>
          <pc:docMk/>
          <pc:sldMk cId="3898260246" sldId="272"/>
        </pc:sldMkLst>
      </pc:sldChg>
      <pc:sldChg chg="del">
        <pc:chgData name="Zion Odinaka" userId="64f06fb7-cdb0-4d06-9cef-d274fad8a4c9" providerId="ADAL" clId="{2DE0CBB4-0AE2-45FA-BEB2-482109F103F9}" dt="2025-04-27T07:24:16.791" v="11" actId="47"/>
        <pc:sldMkLst>
          <pc:docMk/>
          <pc:sldMk cId="3588089339" sldId="273"/>
        </pc:sldMkLst>
      </pc:sldChg>
      <pc:sldChg chg="del">
        <pc:chgData name="Zion Odinaka" userId="64f06fb7-cdb0-4d06-9cef-d274fad8a4c9" providerId="ADAL" clId="{2DE0CBB4-0AE2-45FA-BEB2-482109F103F9}" dt="2025-04-27T07:24:18.019" v="15" actId="47"/>
        <pc:sldMkLst>
          <pc:docMk/>
          <pc:sldMk cId="386196333" sldId="274"/>
        </pc:sldMkLst>
      </pc:sldChg>
      <pc:sldChg chg="del">
        <pc:chgData name="Zion Odinaka" userId="64f06fb7-cdb0-4d06-9cef-d274fad8a4c9" providerId="ADAL" clId="{2DE0CBB4-0AE2-45FA-BEB2-482109F103F9}" dt="2025-04-27T07:24:17.797" v="14" actId="47"/>
        <pc:sldMkLst>
          <pc:docMk/>
          <pc:sldMk cId="3236947135" sldId="277"/>
        </pc:sldMkLst>
      </pc:sldChg>
      <pc:sldChg chg="del">
        <pc:chgData name="Zion Odinaka" userId="64f06fb7-cdb0-4d06-9cef-d274fad8a4c9" providerId="ADAL" clId="{2DE0CBB4-0AE2-45FA-BEB2-482109F103F9}" dt="2025-04-27T07:24:18.551" v="18" actId="47"/>
        <pc:sldMkLst>
          <pc:docMk/>
          <pc:sldMk cId="4032219831" sldId="278"/>
        </pc:sldMkLst>
      </pc:sldChg>
      <pc:sldChg chg="del">
        <pc:chgData name="Zion Odinaka" userId="64f06fb7-cdb0-4d06-9cef-d274fad8a4c9" providerId="ADAL" clId="{2DE0CBB4-0AE2-45FA-BEB2-482109F103F9}" dt="2025-04-27T07:24:18.907" v="20" actId="47"/>
        <pc:sldMkLst>
          <pc:docMk/>
          <pc:sldMk cId="2295010250" sldId="281"/>
        </pc:sldMkLst>
      </pc:sldChg>
      <pc:sldChg chg="del">
        <pc:chgData name="Zion Odinaka" userId="64f06fb7-cdb0-4d06-9cef-d274fad8a4c9" providerId="ADAL" clId="{2DE0CBB4-0AE2-45FA-BEB2-482109F103F9}" dt="2025-04-27T07:24:19.076" v="21" actId="47"/>
        <pc:sldMkLst>
          <pc:docMk/>
          <pc:sldMk cId="785244791" sldId="282"/>
        </pc:sldMkLst>
      </pc:sldChg>
      <pc:sldChg chg="del">
        <pc:chgData name="Zion Odinaka" userId="64f06fb7-cdb0-4d06-9cef-d274fad8a4c9" providerId="ADAL" clId="{2DE0CBB4-0AE2-45FA-BEB2-482109F103F9}" dt="2025-04-27T07:24:19.239" v="22" actId="47"/>
        <pc:sldMkLst>
          <pc:docMk/>
          <pc:sldMk cId="2041000735" sldId="283"/>
        </pc:sldMkLst>
      </pc:sldChg>
      <pc:sldChg chg="del">
        <pc:chgData name="Zion Odinaka" userId="64f06fb7-cdb0-4d06-9cef-d274fad8a4c9" providerId="ADAL" clId="{2DE0CBB4-0AE2-45FA-BEB2-482109F103F9}" dt="2025-04-27T07:24:19.819" v="25" actId="47"/>
        <pc:sldMkLst>
          <pc:docMk/>
          <pc:sldMk cId="697463118" sldId="284"/>
        </pc:sldMkLst>
      </pc:sldChg>
      <pc:sldChg chg="modSp mod">
        <pc:chgData name="Zion Odinaka" userId="64f06fb7-cdb0-4d06-9cef-d274fad8a4c9" providerId="ADAL" clId="{2DE0CBB4-0AE2-45FA-BEB2-482109F103F9}" dt="2025-04-27T07:56:34.150" v="776" actId="20577"/>
        <pc:sldMkLst>
          <pc:docMk/>
          <pc:sldMk cId="3874676951" sldId="285"/>
        </pc:sldMkLst>
        <pc:spChg chg="mod">
          <ac:chgData name="Zion Odinaka" userId="64f06fb7-cdb0-4d06-9cef-d274fad8a4c9" providerId="ADAL" clId="{2DE0CBB4-0AE2-45FA-BEB2-482109F103F9}" dt="2025-04-27T07:56:34.150" v="776" actId="20577"/>
          <ac:spMkLst>
            <pc:docMk/>
            <pc:sldMk cId="3874676951" sldId="285"/>
            <ac:spMk id="3" creationId="{00000000-0000-0000-0000-000000000000}"/>
          </ac:spMkLst>
        </pc:spChg>
      </pc:sldChg>
      <pc:sldChg chg="del">
        <pc:chgData name="Zion Odinaka" userId="64f06fb7-cdb0-4d06-9cef-d274fad8a4c9" providerId="ADAL" clId="{2DE0CBB4-0AE2-45FA-BEB2-482109F103F9}" dt="2025-04-27T07:24:24.571" v="51" actId="47"/>
        <pc:sldMkLst>
          <pc:docMk/>
          <pc:sldMk cId="3980603114" sldId="289"/>
        </pc:sldMkLst>
      </pc:sldChg>
      <pc:sldChg chg="del">
        <pc:chgData name="Zion Odinaka" userId="64f06fb7-cdb0-4d06-9cef-d274fad8a4c9" providerId="ADAL" clId="{2DE0CBB4-0AE2-45FA-BEB2-482109F103F9}" dt="2025-04-27T07:24:20.152" v="27" actId="47"/>
        <pc:sldMkLst>
          <pc:docMk/>
          <pc:sldMk cId="2791936098" sldId="293"/>
        </pc:sldMkLst>
      </pc:sldChg>
      <pc:sldChg chg="del">
        <pc:chgData name="Zion Odinaka" userId="64f06fb7-cdb0-4d06-9cef-d274fad8a4c9" providerId="ADAL" clId="{2DE0CBB4-0AE2-45FA-BEB2-482109F103F9}" dt="2025-04-27T07:24:21.166" v="33" actId="47"/>
        <pc:sldMkLst>
          <pc:docMk/>
          <pc:sldMk cId="1587674383" sldId="299"/>
        </pc:sldMkLst>
      </pc:sldChg>
      <pc:sldChg chg="del">
        <pc:chgData name="Zion Odinaka" userId="64f06fb7-cdb0-4d06-9cef-d274fad8a4c9" providerId="ADAL" clId="{2DE0CBB4-0AE2-45FA-BEB2-482109F103F9}" dt="2025-04-27T07:24:21.004" v="32" actId="47"/>
        <pc:sldMkLst>
          <pc:docMk/>
          <pc:sldMk cId="869975779" sldId="300"/>
        </pc:sldMkLst>
      </pc:sldChg>
      <pc:sldChg chg="del">
        <pc:chgData name="Zion Odinaka" userId="64f06fb7-cdb0-4d06-9cef-d274fad8a4c9" providerId="ADAL" clId="{2DE0CBB4-0AE2-45FA-BEB2-482109F103F9}" dt="2025-04-27T07:24:19.498" v="23" actId="47"/>
        <pc:sldMkLst>
          <pc:docMk/>
          <pc:sldMk cId="1889306226" sldId="301"/>
        </pc:sldMkLst>
      </pc:sldChg>
      <pc:sldChg chg="del">
        <pc:chgData name="Zion Odinaka" userId="64f06fb7-cdb0-4d06-9cef-d274fad8a4c9" providerId="ADAL" clId="{2DE0CBB4-0AE2-45FA-BEB2-482109F103F9}" dt="2025-04-27T07:24:19.653" v="24" actId="47"/>
        <pc:sldMkLst>
          <pc:docMk/>
          <pc:sldMk cId="2058182762" sldId="302"/>
        </pc:sldMkLst>
      </pc:sldChg>
      <pc:sldChg chg="del">
        <pc:chgData name="Zion Odinaka" userId="64f06fb7-cdb0-4d06-9cef-d274fad8a4c9" providerId="ADAL" clId="{2DE0CBB4-0AE2-45FA-BEB2-482109F103F9}" dt="2025-04-27T07:24:21.501" v="35" actId="47"/>
        <pc:sldMkLst>
          <pc:docMk/>
          <pc:sldMk cId="2735234872" sldId="303"/>
        </pc:sldMkLst>
      </pc:sldChg>
      <pc:sldChg chg="del">
        <pc:chgData name="Zion Odinaka" userId="64f06fb7-cdb0-4d06-9cef-d274fad8a4c9" providerId="ADAL" clId="{2DE0CBB4-0AE2-45FA-BEB2-482109F103F9}" dt="2025-04-27T07:24:21.821" v="37" actId="47"/>
        <pc:sldMkLst>
          <pc:docMk/>
          <pc:sldMk cId="1628121383" sldId="305"/>
        </pc:sldMkLst>
      </pc:sldChg>
      <pc:sldChg chg="del">
        <pc:chgData name="Zion Odinaka" userId="64f06fb7-cdb0-4d06-9cef-d274fad8a4c9" providerId="ADAL" clId="{2DE0CBB4-0AE2-45FA-BEB2-482109F103F9}" dt="2025-04-27T07:24:22.322" v="40" actId="47"/>
        <pc:sldMkLst>
          <pc:docMk/>
          <pc:sldMk cId="1975323134" sldId="306"/>
        </pc:sldMkLst>
      </pc:sldChg>
      <pc:sldChg chg="del">
        <pc:chgData name="Zion Odinaka" userId="64f06fb7-cdb0-4d06-9cef-d274fad8a4c9" providerId="ADAL" clId="{2DE0CBB4-0AE2-45FA-BEB2-482109F103F9}" dt="2025-04-27T07:24:23.211" v="45" actId="47"/>
        <pc:sldMkLst>
          <pc:docMk/>
          <pc:sldMk cId="3677721685" sldId="307"/>
        </pc:sldMkLst>
      </pc:sldChg>
      <pc:sldChg chg="del">
        <pc:chgData name="Zion Odinaka" userId="64f06fb7-cdb0-4d06-9cef-d274fad8a4c9" providerId="ADAL" clId="{2DE0CBB4-0AE2-45FA-BEB2-482109F103F9}" dt="2025-04-27T07:24:23.031" v="44" actId="47"/>
        <pc:sldMkLst>
          <pc:docMk/>
          <pc:sldMk cId="388595767" sldId="308"/>
        </pc:sldMkLst>
      </pc:sldChg>
      <pc:sldChg chg="del">
        <pc:chgData name="Zion Odinaka" userId="64f06fb7-cdb0-4d06-9cef-d274fad8a4c9" providerId="ADAL" clId="{2DE0CBB4-0AE2-45FA-BEB2-482109F103F9}" dt="2025-04-27T07:24:23.407" v="46" actId="47"/>
        <pc:sldMkLst>
          <pc:docMk/>
          <pc:sldMk cId="603052353" sldId="309"/>
        </pc:sldMkLst>
      </pc:sldChg>
      <pc:sldChg chg="del">
        <pc:chgData name="Zion Odinaka" userId="64f06fb7-cdb0-4d06-9cef-d274fad8a4c9" providerId="ADAL" clId="{2DE0CBB4-0AE2-45FA-BEB2-482109F103F9}" dt="2025-04-27T07:24:18.749" v="19" actId="47"/>
        <pc:sldMkLst>
          <pc:docMk/>
          <pc:sldMk cId="3596618653" sldId="310"/>
        </pc:sldMkLst>
      </pc:sldChg>
      <pc:sldChg chg="add del">
        <pc:chgData name="Zion Odinaka" userId="64f06fb7-cdb0-4d06-9cef-d274fad8a4c9" providerId="ADAL" clId="{2DE0CBB4-0AE2-45FA-BEB2-482109F103F9}" dt="2025-04-27T07:25:48.710" v="69" actId="47"/>
        <pc:sldMkLst>
          <pc:docMk/>
          <pc:sldMk cId="2382966269" sldId="313"/>
        </pc:sldMkLst>
      </pc:sldChg>
      <pc:sldChg chg="del">
        <pc:chgData name="Zion Odinaka" userId="64f06fb7-cdb0-4d06-9cef-d274fad8a4c9" providerId="ADAL" clId="{2DE0CBB4-0AE2-45FA-BEB2-482109F103F9}" dt="2025-04-27T07:24:10.918" v="0" actId="47"/>
        <pc:sldMkLst>
          <pc:docMk/>
          <pc:sldMk cId="1769109717" sldId="317"/>
        </pc:sldMkLst>
      </pc:sldChg>
      <pc:sldChg chg="del">
        <pc:chgData name="Zion Odinaka" userId="64f06fb7-cdb0-4d06-9cef-d274fad8a4c9" providerId="ADAL" clId="{2DE0CBB4-0AE2-45FA-BEB2-482109F103F9}" dt="2025-04-27T07:24:12.266" v="1" actId="47"/>
        <pc:sldMkLst>
          <pc:docMk/>
          <pc:sldMk cId="679047085" sldId="320"/>
        </pc:sldMkLst>
      </pc:sldChg>
      <pc:sldChg chg="del">
        <pc:chgData name="Zion Odinaka" userId="64f06fb7-cdb0-4d06-9cef-d274fad8a4c9" providerId="ADAL" clId="{2DE0CBB4-0AE2-45FA-BEB2-482109F103F9}" dt="2025-04-27T07:24:22.147" v="39" actId="47"/>
        <pc:sldMkLst>
          <pc:docMk/>
          <pc:sldMk cId="994517033" sldId="322"/>
        </pc:sldMkLst>
      </pc:sldChg>
      <pc:sldChg chg="del">
        <pc:chgData name="Zion Odinaka" userId="64f06fb7-cdb0-4d06-9cef-d274fad8a4c9" providerId="ADAL" clId="{2DE0CBB4-0AE2-45FA-BEB2-482109F103F9}" dt="2025-04-27T07:24:21.978" v="38" actId="47"/>
        <pc:sldMkLst>
          <pc:docMk/>
          <pc:sldMk cId="1464642072" sldId="323"/>
        </pc:sldMkLst>
      </pc:sldChg>
      <pc:sldChg chg="del">
        <pc:chgData name="Zion Odinaka" userId="64f06fb7-cdb0-4d06-9cef-d274fad8a4c9" providerId="ADAL" clId="{2DE0CBB4-0AE2-45FA-BEB2-482109F103F9}" dt="2025-04-27T07:24:22.488" v="41" actId="47"/>
        <pc:sldMkLst>
          <pc:docMk/>
          <pc:sldMk cId="3009195251" sldId="325"/>
        </pc:sldMkLst>
      </pc:sldChg>
      <pc:sldChg chg="del">
        <pc:chgData name="Zion Odinaka" userId="64f06fb7-cdb0-4d06-9cef-d274fad8a4c9" providerId="ADAL" clId="{2DE0CBB4-0AE2-45FA-BEB2-482109F103F9}" dt="2025-04-27T07:24:23.601" v="47" actId="47"/>
        <pc:sldMkLst>
          <pc:docMk/>
          <pc:sldMk cId="4038013870" sldId="326"/>
        </pc:sldMkLst>
      </pc:sldChg>
      <pc:sldChg chg="del">
        <pc:chgData name="Zion Odinaka" userId="64f06fb7-cdb0-4d06-9cef-d274fad8a4c9" providerId="ADAL" clId="{2DE0CBB4-0AE2-45FA-BEB2-482109F103F9}" dt="2025-04-27T07:24:23.772" v="48" actId="47"/>
        <pc:sldMkLst>
          <pc:docMk/>
          <pc:sldMk cId="1614306381" sldId="327"/>
        </pc:sldMkLst>
      </pc:sldChg>
      <pc:sldChg chg="del">
        <pc:chgData name="Zion Odinaka" userId="64f06fb7-cdb0-4d06-9cef-d274fad8a4c9" providerId="ADAL" clId="{2DE0CBB4-0AE2-45FA-BEB2-482109F103F9}" dt="2025-04-27T07:24:24.214" v="49" actId="47"/>
        <pc:sldMkLst>
          <pc:docMk/>
          <pc:sldMk cId="610758269" sldId="328"/>
        </pc:sldMkLst>
      </pc:sldChg>
      <pc:sldChg chg="modSp add mod">
        <pc:chgData name="Zion Odinaka" userId="64f06fb7-cdb0-4d06-9cef-d274fad8a4c9" providerId="ADAL" clId="{2DE0CBB4-0AE2-45FA-BEB2-482109F103F9}" dt="2025-04-27T07:27:36.830" v="94"/>
        <pc:sldMkLst>
          <pc:docMk/>
          <pc:sldMk cId="92559480" sldId="329"/>
        </pc:sldMkLst>
        <pc:spChg chg="mod">
          <ac:chgData name="Zion Odinaka" userId="64f06fb7-cdb0-4d06-9cef-d274fad8a4c9" providerId="ADAL" clId="{2DE0CBB4-0AE2-45FA-BEB2-482109F103F9}" dt="2025-04-27T07:27:15.262" v="92" actId="27636"/>
          <ac:spMkLst>
            <pc:docMk/>
            <pc:sldMk cId="92559480" sldId="329"/>
            <ac:spMk id="2" creationId="{00000000-0000-0000-0000-000000000000}"/>
          </ac:spMkLst>
        </pc:spChg>
        <pc:spChg chg="mod">
          <ac:chgData name="Zion Odinaka" userId="64f06fb7-cdb0-4d06-9cef-d274fad8a4c9" providerId="ADAL" clId="{2DE0CBB4-0AE2-45FA-BEB2-482109F103F9}" dt="2025-04-27T07:27:36.830" v="94"/>
          <ac:spMkLst>
            <pc:docMk/>
            <pc:sldMk cId="92559480" sldId="329"/>
            <ac:spMk id="3" creationId="{00000000-0000-0000-0000-000000000000}"/>
          </ac:spMkLst>
        </pc:spChg>
      </pc:sldChg>
      <pc:sldChg chg="del">
        <pc:chgData name="Zion Odinaka" userId="64f06fb7-cdb0-4d06-9cef-d274fad8a4c9" providerId="ADAL" clId="{2DE0CBB4-0AE2-45FA-BEB2-482109F103F9}" dt="2025-04-27T07:24:24.399" v="50" actId="47"/>
        <pc:sldMkLst>
          <pc:docMk/>
          <pc:sldMk cId="1642567724" sldId="329"/>
        </pc:sldMkLst>
      </pc:sldChg>
      <pc:sldChg chg="del">
        <pc:chgData name="Zion Odinaka" userId="64f06fb7-cdb0-4d06-9cef-d274fad8a4c9" providerId="ADAL" clId="{2DE0CBB4-0AE2-45FA-BEB2-482109F103F9}" dt="2025-04-27T07:24:25.136" v="53" actId="47"/>
        <pc:sldMkLst>
          <pc:docMk/>
          <pc:sldMk cId="1532028679" sldId="330"/>
        </pc:sldMkLst>
      </pc:sldChg>
      <pc:sldChg chg="del">
        <pc:chgData name="Zion Odinaka" userId="64f06fb7-cdb0-4d06-9cef-d274fad8a4c9" providerId="ADAL" clId="{2DE0CBB4-0AE2-45FA-BEB2-482109F103F9}" dt="2025-04-27T07:24:22.663" v="42" actId="47"/>
        <pc:sldMkLst>
          <pc:docMk/>
          <pc:sldMk cId="681637033" sldId="331"/>
        </pc:sldMkLst>
      </pc:sldChg>
      <pc:sldChg chg="del">
        <pc:chgData name="Zion Odinaka" userId="64f06fb7-cdb0-4d06-9cef-d274fad8a4c9" providerId="ADAL" clId="{2DE0CBB4-0AE2-45FA-BEB2-482109F103F9}" dt="2025-04-27T07:24:20.002" v="26" actId="47"/>
        <pc:sldMkLst>
          <pc:docMk/>
          <pc:sldMk cId="467220536" sldId="333"/>
        </pc:sldMkLst>
      </pc:sldChg>
      <pc:sldChg chg="del">
        <pc:chgData name="Zion Odinaka" userId="64f06fb7-cdb0-4d06-9cef-d274fad8a4c9" providerId="ADAL" clId="{2DE0CBB4-0AE2-45FA-BEB2-482109F103F9}" dt="2025-04-27T07:24:21.666" v="36" actId="47"/>
        <pc:sldMkLst>
          <pc:docMk/>
          <pc:sldMk cId="880574044" sldId="342"/>
        </pc:sldMkLst>
      </pc:sldChg>
      <pc:sldChg chg="add">
        <pc:chgData name="Zion Odinaka" userId="64f06fb7-cdb0-4d06-9cef-d274fad8a4c9" providerId="ADAL" clId="{2DE0CBB4-0AE2-45FA-BEB2-482109F103F9}" dt="2025-04-27T07:29:58.138" v="99"/>
        <pc:sldMkLst>
          <pc:docMk/>
          <pc:sldMk cId="2424424898" sldId="342"/>
        </pc:sldMkLst>
      </pc:sldChg>
      <pc:sldChg chg="del">
        <pc:chgData name="Zion Odinaka" userId="64f06fb7-cdb0-4d06-9cef-d274fad8a4c9" providerId="ADAL" clId="{2DE0CBB4-0AE2-45FA-BEB2-482109F103F9}" dt="2025-04-27T07:24:22.848" v="43" actId="47"/>
        <pc:sldMkLst>
          <pc:docMk/>
          <pc:sldMk cId="3741968657" sldId="343"/>
        </pc:sldMkLst>
      </pc:sldChg>
      <pc:sldChg chg="del">
        <pc:chgData name="Zion Odinaka" userId="64f06fb7-cdb0-4d06-9cef-d274fad8a4c9" providerId="ADAL" clId="{2DE0CBB4-0AE2-45FA-BEB2-482109F103F9}" dt="2025-04-27T07:24:13.969" v="3" actId="47"/>
        <pc:sldMkLst>
          <pc:docMk/>
          <pc:sldMk cId="660974983" sldId="344"/>
        </pc:sldMkLst>
      </pc:sldChg>
      <pc:sldChg chg="modSp add mod">
        <pc:chgData name="Zion Odinaka" userId="64f06fb7-cdb0-4d06-9cef-d274fad8a4c9" providerId="ADAL" clId="{2DE0CBB4-0AE2-45FA-BEB2-482109F103F9}" dt="2025-04-27T07:59:52.790" v="811" actId="20577"/>
        <pc:sldMkLst>
          <pc:docMk/>
          <pc:sldMk cId="4290373022" sldId="345"/>
        </pc:sldMkLst>
        <pc:spChg chg="mod">
          <ac:chgData name="Zion Odinaka" userId="64f06fb7-cdb0-4d06-9cef-d274fad8a4c9" providerId="ADAL" clId="{2DE0CBB4-0AE2-45FA-BEB2-482109F103F9}" dt="2025-04-27T07:59:52.790" v="811" actId="20577"/>
          <ac:spMkLst>
            <pc:docMk/>
            <pc:sldMk cId="4290373022" sldId="345"/>
            <ac:spMk id="2" creationId="{00000000-0000-0000-0000-000000000000}"/>
          </ac:spMkLst>
        </pc:spChg>
        <pc:spChg chg="mod">
          <ac:chgData name="Zion Odinaka" userId="64f06fb7-cdb0-4d06-9cef-d274fad8a4c9" providerId="ADAL" clId="{2DE0CBB4-0AE2-45FA-BEB2-482109F103F9}" dt="2025-04-27T07:30:32.645" v="101" actId="27636"/>
          <ac:spMkLst>
            <pc:docMk/>
            <pc:sldMk cId="4290373022" sldId="345"/>
            <ac:spMk id="3" creationId="{00000000-0000-0000-0000-000000000000}"/>
          </ac:spMkLst>
        </pc:spChg>
      </pc:sldChg>
      <pc:sldChg chg="del">
        <pc:chgData name="Zion Odinaka" userId="64f06fb7-cdb0-4d06-9cef-d274fad8a4c9" providerId="ADAL" clId="{2DE0CBB4-0AE2-45FA-BEB2-482109F103F9}" dt="2025-04-27T07:24:24.918" v="52" actId="47"/>
        <pc:sldMkLst>
          <pc:docMk/>
          <pc:sldMk cId="468326252" sldId="347"/>
        </pc:sldMkLst>
      </pc:sldChg>
      <pc:sldChg chg="modSp add mod">
        <pc:chgData name="Zion Odinaka" userId="64f06fb7-cdb0-4d06-9cef-d274fad8a4c9" providerId="ADAL" clId="{2DE0CBB4-0AE2-45FA-BEB2-482109F103F9}" dt="2025-04-27T07:36:24.448" v="289" actId="20577"/>
        <pc:sldMkLst>
          <pc:docMk/>
          <pc:sldMk cId="4216598217" sldId="347"/>
        </pc:sldMkLst>
        <pc:spChg chg="mod">
          <ac:chgData name="Zion Odinaka" userId="64f06fb7-cdb0-4d06-9cef-d274fad8a4c9" providerId="ADAL" clId="{2DE0CBB4-0AE2-45FA-BEB2-482109F103F9}" dt="2025-04-27T07:32:09.286" v="118" actId="20577"/>
          <ac:spMkLst>
            <pc:docMk/>
            <pc:sldMk cId="4216598217" sldId="347"/>
            <ac:spMk id="2" creationId="{00000000-0000-0000-0000-000000000000}"/>
          </ac:spMkLst>
        </pc:spChg>
        <pc:spChg chg="mod">
          <ac:chgData name="Zion Odinaka" userId="64f06fb7-cdb0-4d06-9cef-d274fad8a4c9" providerId="ADAL" clId="{2DE0CBB4-0AE2-45FA-BEB2-482109F103F9}" dt="2025-04-27T07:36:24.448" v="289" actId="20577"/>
          <ac:spMkLst>
            <pc:docMk/>
            <pc:sldMk cId="4216598217" sldId="347"/>
            <ac:spMk id="3" creationId="{00000000-0000-0000-0000-000000000000}"/>
          </ac:spMkLst>
        </pc:spChg>
      </pc:sldChg>
      <pc:sldChg chg="del">
        <pc:chgData name="Zion Odinaka" userId="64f06fb7-cdb0-4d06-9cef-d274fad8a4c9" providerId="ADAL" clId="{2DE0CBB4-0AE2-45FA-BEB2-482109F103F9}" dt="2025-04-27T07:24:17.603" v="13" actId="47"/>
        <pc:sldMkLst>
          <pc:docMk/>
          <pc:sldMk cId="2901897252" sldId="349"/>
        </pc:sldMkLst>
      </pc:sldChg>
      <pc:sldChg chg="del">
        <pc:chgData name="Zion Odinaka" userId="64f06fb7-cdb0-4d06-9cef-d274fad8a4c9" providerId="ADAL" clId="{2DE0CBB4-0AE2-45FA-BEB2-482109F103F9}" dt="2025-04-27T07:24:20.828" v="31" actId="47"/>
        <pc:sldMkLst>
          <pc:docMk/>
          <pc:sldMk cId="71550667" sldId="350"/>
        </pc:sldMkLst>
      </pc:sldChg>
      <pc:sldChg chg="del">
        <pc:chgData name="Zion Odinaka" userId="64f06fb7-cdb0-4d06-9cef-d274fad8a4c9" providerId="ADAL" clId="{2DE0CBB4-0AE2-45FA-BEB2-482109F103F9}" dt="2025-04-27T07:24:15.012" v="6" actId="47"/>
        <pc:sldMkLst>
          <pc:docMk/>
          <pc:sldMk cId="996518106" sldId="351"/>
        </pc:sldMkLst>
      </pc:sldChg>
      <pc:sldChg chg="del">
        <pc:chgData name="Zion Odinaka" userId="64f06fb7-cdb0-4d06-9cef-d274fad8a4c9" providerId="ADAL" clId="{2DE0CBB4-0AE2-45FA-BEB2-482109F103F9}" dt="2025-04-27T07:24:16.022" v="7" actId="47"/>
        <pc:sldMkLst>
          <pc:docMk/>
          <pc:sldMk cId="3684356994" sldId="352"/>
        </pc:sldMkLst>
      </pc:sldChg>
      <pc:sldChg chg="del">
        <pc:chgData name="Zion Odinaka" userId="64f06fb7-cdb0-4d06-9cef-d274fad8a4c9" providerId="ADAL" clId="{2DE0CBB4-0AE2-45FA-BEB2-482109F103F9}" dt="2025-04-27T07:24:21.329" v="34" actId="47"/>
        <pc:sldMkLst>
          <pc:docMk/>
          <pc:sldMk cId="3787030680" sldId="353"/>
        </pc:sldMkLst>
      </pc:sldChg>
      <pc:sldChg chg="del">
        <pc:chgData name="Zion Odinaka" userId="64f06fb7-cdb0-4d06-9cef-d274fad8a4c9" providerId="ADAL" clId="{2DE0CBB4-0AE2-45FA-BEB2-482109F103F9}" dt="2025-04-27T07:24:18.188" v="16" actId="47"/>
        <pc:sldMkLst>
          <pc:docMk/>
          <pc:sldMk cId="1735365614" sldId="355"/>
        </pc:sldMkLst>
      </pc:sldChg>
      <pc:sldChg chg="modSp add mod">
        <pc:chgData name="Zion Odinaka" userId="64f06fb7-cdb0-4d06-9cef-d274fad8a4c9" providerId="ADAL" clId="{2DE0CBB4-0AE2-45FA-BEB2-482109F103F9}" dt="2025-04-27T07:43:19.341" v="670" actId="20577"/>
        <pc:sldMkLst>
          <pc:docMk/>
          <pc:sldMk cId="2447677865" sldId="355"/>
        </pc:sldMkLst>
        <pc:spChg chg="mod">
          <ac:chgData name="Zion Odinaka" userId="64f06fb7-cdb0-4d06-9cef-d274fad8a4c9" providerId="ADAL" clId="{2DE0CBB4-0AE2-45FA-BEB2-482109F103F9}" dt="2025-04-27T07:40:15.730" v="300" actId="20577"/>
          <ac:spMkLst>
            <pc:docMk/>
            <pc:sldMk cId="2447677865" sldId="355"/>
            <ac:spMk id="2" creationId="{00000000-0000-0000-0000-000000000000}"/>
          </ac:spMkLst>
        </pc:spChg>
        <pc:spChg chg="mod">
          <ac:chgData name="Zion Odinaka" userId="64f06fb7-cdb0-4d06-9cef-d274fad8a4c9" providerId="ADAL" clId="{2DE0CBB4-0AE2-45FA-BEB2-482109F103F9}" dt="2025-04-27T07:43:19.341" v="670" actId="20577"/>
          <ac:spMkLst>
            <pc:docMk/>
            <pc:sldMk cId="2447677865" sldId="355"/>
            <ac:spMk id="3" creationId="{00000000-0000-0000-0000-000000000000}"/>
          </ac:spMkLst>
        </pc:spChg>
      </pc:sldChg>
      <pc:sldChg chg="del">
        <pc:chgData name="Zion Odinaka" userId="64f06fb7-cdb0-4d06-9cef-d274fad8a4c9" providerId="ADAL" clId="{2DE0CBB4-0AE2-45FA-BEB2-482109F103F9}" dt="2025-04-27T07:24:18.368" v="17" actId="47"/>
        <pc:sldMkLst>
          <pc:docMk/>
          <pc:sldMk cId="518942535" sldId="356"/>
        </pc:sldMkLst>
      </pc:sldChg>
      <pc:sldChg chg="modSp add mod ord">
        <pc:chgData name="Zion Odinaka" userId="64f06fb7-cdb0-4d06-9cef-d274fad8a4c9" providerId="ADAL" clId="{2DE0CBB4-0AE2-45FA-BEB2-482109F103F9}" dt="2025-04-27T07:45:24.588" v="688" actId="20577"/>
        <pc:sldMkLst>
          <pc:docMk/>
          <pc:sldMk cId="2182846372" sldId="356"/>
        </pc:sldMkLst>
        <pc:spChg chg="mod">
          <ac:chgData name="Zion Odinaka" userId="64f06fb7-cdb0-4d06-9cef-d274fad8a4c9" providerId="ADAL" clId="{2DE0CBB4-0AE2-45FA-BEB2-482109F103F9}" dt="2025-04-27T07:44:12.129" v="684" actId="20577"/>
          <ac:spMkLst>
            <pc:docMk/>
            <pc:sldMk cId="2182846372" sldId="356"/>
            <ac:spMk id="2" creationId="{00000000-0000-0000-0000-000000000000}"/>
          </ac:spMkLst>
        </pc:spChg>
        <pc:spChg chg="mod">
          <ac:chgData name="Zion Odinaka" userId="64f06fb7-cdb0-4d06-9cef-d274fad8a4c9" providerId="ADAL" clId="{2DE0CBB4-0AE2-45FA-BEB2-482109F103F9}" dt="2025-04-27T07:45:24.588" v="688" actId="20577"/>
          <ac:spMkLst>
            <pc:docMk/>
            <pc:sldMk cId="2182846372" sldId="356"/>
            <ac:spMk id="3" creationId="{00000000-0000-0000-0000-000000000000}"/>
          </ac:spMkLst>
        </pc:spChg>
      </pc:sldChg>
      <pc:sldChg chg="modSp add mod">
        <pc:chgData name="Zion Odinaka" userId="64f06fb7-cdb0-4d06-9cef-d274fad8a4c9" providerId="ADAL" clId="{2DE0CBB4-0AE2-45FA-BEB2-482109F103F9}" dt="2025-04-27T07:47:21.166" v="692" actId="27636"/>
        <pc:sldMkLst>
          <pc:docMk/>
          <pc:sldMk cId="951648203" sldId="357"/>
        </pc:sldMkLst>
        <pc:spChg chg="mod">
          <ac:chgData name="Zion Odinaka" userId="64f06fb7-cdb0-4d06-9cef-d274fad8a4c9" providerId="ADAL" clId="{2DE0CBB4-0AE2-45FA-BEB2-482109F103F9}" dt="2025-04-27T07:47:21.166" v="692" actId="27636"/>
          <ac:spMkLst>
            <pc:docMk/>
            <pc:sldMk cId="951648203" sldId="357"/>
            <ac:spMk id="3" creationId="{00000000-0000-0000-0000-000000000000}"/>
          </ac:spMkLst>
        </pc:spChg>
      </pc:sldChg>
      <pc:sldChg chg="del">
        <pc:chgData name="Zion Odinaka" userId="64f06fb7-cdb0-4d06-9cef-d274fad8a4c9" providerId="ADAL" clId="{2DE0CBB4-0AE2-45FA-BEB2-482109F103F9}" dt="2025-04-27T07:24:20.317" v="28" actId="47"/>
        <pc:sldMkLst>
          <pc:docMk/>
          <pc:sldMk cId="1077991824" sldId="357"/>
        </pc:sldMkLst>
      </pc:sldChg>
      <pc:sldChg chg="del">
        <pc:chgData name="Zion Odinaka" userId="64f06fb7-cdb0-4d06-9cef-d274fad8a4c9" providerId="ADAL" clId="{2DE0CBB4-0AE2-45FA-BEB2-482109F103F9}" dt="2025-04-27T07:24:20.632" v="30" actId="47"/>
        <pc:sldMkLst>
          <pc:docMk/>
          <pc:sldMk cId="1110425574" sldId="358"/>
        </pc:sldMkLst>
      </pc:sldChg>
      <pc:sldChg chg="modSp add mod">
        <pc:chgData name="Zion Odinaka" userId="64f06fb7-cdb0-4d06-9cef-d274fad8a4c9" providerId="ADAL" clId="{2DE0CBB4-0AE2-45FA-BEB2-482109F103F9}" dt="2025-04-27T07:47:14.535" v="690" actId="27636"/>
        <pc:sldMkLst>
          <pc:docMk/>
          <pc:sldMk cId="3620525453" sldId="358"/>
        </pc:sldMkLst>
        <pc:spChg chg="mod">
          <ac:chgData name="Zion Odinaka" userId="64f06fb7-cdb0-4d06-9cef-d274fad8a4c9" providerId="ADAL" clId="{2DE0CBB4-0AE2-45FA-BEB2-482109F103F9}" dt="2025-04-27T07:47:14.535" v="690" actId="27636"/>
          <ac:spMkLst>
            <pc:docMk/>
            <pc:sldMk cId="3620525453" sldId="358"/>
            <ac:spMk id="2" creationId="{00000000-0000-0000-0000-000000000000}"/>
          </ac:spMkLst>
        </pc:spChg>
      </pc:sldChg>
      <pc:sldChg chg="modSp add mod">
        <pc:chgData name="Zion Odinaka" userId="64f06fb7-cdb0-4d06-9cef-d274fad8a4c9" providerId="ADAL" clId="{2DE0CBB4-0AE2-45FA-BEB2-482109F103F9}" dt="2025-04-27T07:47:28.037" v="694" actId="27636"/>
        <pc:sldMkLst>
          <pc:docMk/>
          <pc:sldMk cId="702304656" sldId="359"/>
        </pc:sldMkLst>
        <pc:spChg chg="mod">
          <ac:chgData name="Zion Odinaka" userId="64f06fb7-cdb0-4d06-9cef-d274fad8a4c9" providerId="ADAL" clId="{2DE0CBB4-0AE2-45FA-BEB2-482109F103F9}" dt="2025-04-27T07:47:28.037" v="694" actId="27636"/>
          <ac:spMkLst>
            <pc:docMk/>
            <pc:sldMk cId="702304656" sldId="359"/>
            <ac:spMk id="3" creationId="{00000000-0000-0000-0000-000000000000}"/>
          </ac:spMkLst>
        </pc:spChg>
      </pc:sldChg>
      <pc:sldChg chg="del">
        <pc:chgData name="Zion Odinaka" userId="64f06fb7-cdb0-4d06-9cef-d274fad8a4c9" providerId="ADAL" clId="{2DE0CBB4-0AE2-45FA-BEB2-482109F103F9}" dt="2025-04-27T07:24:20.461" v="29" actId="47"/>
        <pc:sldMkLst>
          <pc:docMk/>
          <pc:sldMk cId="2109394560" sldId="359"/>
        </pc:sldMkLst>
      </pc:sldChg>
      <pc:sldChg chg="modSp add mod">
        <pc:chgData name="Zion Odinaka" userId="64f06fb7-cdb0-4d06-9cef-d274fad8a4c9" providerId="ADAL" clId="{2DE0CBB4-0AE2-45FA-BEB2-482109F103F9}" dt="2025-04-27T07:28:04.053" v="96" actId="27636"/>
        <pc:sldMkLst>
          <pc:docMk/>
          <pc:sldMk cId="3449751038" sldId="364"/>
        </pc:sldMkLst>
        <pc:spChg chg="mod">
          <ac:chgData name="Zion Odinaka" userId="64f06fb7-cdb0-4d06-9cef-d274fad8a4c9" providerId="ADAL" clId="{2DE0CBB4-0AE2-45FA-BEB2-482109F103F9}" dt="2025-04-27T07:28:04.053" v="96" actId="27636"/>
          <ac:spMkLst>
            <pc:docMk/>
            <pc:sldMk cId="3449751038" sldId="364"/>
            <ac:spMk id="2" creationId="{00000000-0000-0000-0000-000000000000}"/>
          </ac:spMkLst>
        </pc:spChg>
      </pc:sldChg>
      <pc:sldChg chg="add">
        <pc:chgData name="Zion Odinaka" userId="64f06fb7-cdb0-4d06-9cef-d274fad8a4c9" providerId="ADAL" clId="{2DE0CBB4-0AE2-45FA-BEB2-482109F103F9}" dt="2025-04-27T07:48:21.474" v="703"/>
        <pc:sldMkLst>
          <pc:docMk/>
          <pc:sldMk cId="274441070" sldId="365"/>
        </pc:sldMkLst>
      </pc:sldChg>
      <pc:sldChg chg="modSp add del mod">
        <pc:chgData name="Zion Odinaka" userId="64f06fb7-cdb0-4d06-9cef-d274fad8a4c9" providerId="ADAL" clId="{2DE0CBB4-0AE2-45FA-BEB2-482109F103F9}" dt="2025-04-27T07:48:54.739" v="707" actId="47"/>
        <pc:sldMkLst>
          <pc:docMk/>
          <pc:sldMk cId="3927781708" sldId="366"/>
        </pc:sldMkLst>
        <pc:spChg chg="mod">
          <ac:chgData name="Zion Odinaka" userId="64f06fb7-cdb0-4d06-9cef-d274fad8a4c9" providerId="ADAL" clId="{2DE0CBB4-0AE2-45FA-BEB2-482109F103F9}" dt="2025-04-27T07:48:29.563" v="705" actId="27636"/>
          <ac:spMkLst>
            <pc:docMk/>
            <pc:sldMk cId="3927781708" sldId="366"/>
            <ac:spMk id="2" creationId="{00000000-0000-0000-0000-000000000000}"/>
          </ac:spMkLst>
        </pc:spChg>
        <pc:spChg chg="mod">
          <ac:chgData name="Zion Odinaka" userId="64f06fb7-cdb0-4d06-9cef-d274fad8a4c9" providerId="ADAL" clId="{2DE0CBB4-0AE2-45FA-BEB2-482109F103F9}" dt="2025-04-27T07:48:29.572" v="706" actId="27636"/>
          <ac:spMkLst>
            <pc:docMk/>
            <pc:sldMk cId="3927781708" sldId="366"/>
            <ac:spMk id="3" creationId="{00000000-0000-0000-0000-000000000000}"/>
          </ac:spMkLst>
        </pc:spChg>
      </pc:sldChg>
      <pc:sldChg chg="modSp add mod">
        <pc:chgData name="Zion Odinaka" userId="64f06fb7-cdb0-4d06-9cef-d274fad8a4c9" providerId="ADAL" clId="{2DE0CBB4-0AE2-45FA-BEB2-482109F103F9}" dt="2025-04-27T07:58:01.923" v="782" actId="27636"/>
        <pc:sldMkLst>
          <pc:docMk/>
          <pc:sldMk cId="1134677088" sldId="367"/>
        </pc:sldMkLst>
        <pc:spChg chg="mod">
          <ac:chgData name="Zion Odinaka" userId="64f06fb7-cdb0-4d06-9cef-d274fad8a4c9" providerId="ADAL" clId="{2DE0CBB4-0AE2-45FA-BEB2-482109F103F9}" dt="2025-04-27T07:49:00.955" v="709" actId="27636"/>
          <ac:spMkLst>
            <pc:docMk/>
            <pc:sldMk cId="1134677088" sldId="367"/>
            <ac:spMk id="2" creationId="{00000000-0000-0000-0000-000000000000}"/>
          </ac:spMkLst>
        </pc:spChg>
        <pc:spChg chg="mod">
          <ac:chgData name="Zion Odinaka" userId="64f06fb7-cdb0-4d06-9cef-d274fad8a4c9" providerId="ADAL" clId="{2DE0CBB4-0AE2-45FA-BEB2-482109F103F9}" dt="2025-04-27T07:58:01.923" v="782" actId="27636"/>
          <ac:spMkLst>
            <pc:docMk/>
            <pc:sldMk cId="1134677088" sldId="367"/>
            <ac:spMk id="3" creationId="{00000000-0000-0000-0000-000000000000}"/>
          </ac:spMkLst>
        </pc:spChg>
      </pc:sldChg>
      <pc:sldChg chg="modSp add del mod">
        <pc:chgData name="Zion Odinaka" userId="64f06fb7-cdb0-4d06-9cef-d274fad8a4c9" providerId="ADAL" clId="{2DE0CBB4-0AE2-45FA-BEB2-482109F103F9}" dt="2025-04-27T07:58:05.150" v="783" actId="47"/>
        <pc:sldMkLst>
          <pc:docMk/>
          <pc:sldMk cId="1064497718" sldId="368"/>
        </pc:sldMkLst>
        <pc:spChg chg="mod">
          <ac:chgData name="Zion Odinaka" userId="64f06fb7-cdb0-4d06-9cef-d274fad8a4c9" providerId="ADAL" clId="{2DE0CBB4-0AE2-45FA-BEB2-482109F103F9}" dt="2025-04-27T07:49:08.913" v="712" actId="27636"/>
          <ac:spMkLst>
            <pc:docMk/>
            <pc:sldMk cId="1064497718" sldId="368"/>
            <ac:spMk id="3" creationId="{00000000-0000-0000-0000-000000000000}"/>
          </ac:spMkLst>
        </pc:spChg>
      </pc:sldChg>
      <pc:sldChg chg="modSp add mod">
        <pc:chgData name="Zion Odinaka" userId="64f06fb7-cdb0-4d06-9cef-d274fad8a4c9" providerId="ADAL" clId="{2DE0CBB4-0AE2-45FA-BEB2-482109F103F9}" dt="2025-04-27T07:58:54.451" v="796" actId="27636"/>
        <pc:sldMkLst>
          <pc:docMk/>
          <pc:sldMk cId="2966294641" sldId="369"/>
        </pc:sldMkLst>
        <pc:spChg chg="mod">
          <ac:chgData name="Zion Odinaka" userId="64f06fb7-cdb0-4d06-9cef-d274fad8a4c9" providerId="ADAL" clId="{2DE0CBB4-0AE2-45FA-BEB2-482109F103F9}" dt="2025-04-27T07:58:54.451" v="796" actId="27636"/>
          <ac:spMkLst>
            <pc:docMk/>
            <pc:sldMk cId="2966294641" sldId="369"/>
            <ac:spMk id="3" creationId="{00000000-0000-0000-0000-000000000000}"/>
          </ac:spMkLst>
        </pc:spChg>
      </pc:sldChg>
      <pc:sldChg chg="modSp add del mod">
        <pc:chgData name="Zion Odinaka" userId="64f06fb7-cdb0-4d06-9cef-d274fad8a4c9" providerId="ADAL" clId="{2DE0CBB4-0AE2-45FA-BEB2-482109F103F9}" dt="2025-04-27T07:58:41.051" v="789" actId="47"/>
        <pc:sldMkLst>
          <pc:docMk/>
          <pc:sldMk cId="1913840109" sldId="370"/>
        </pc:sldMkLst>
        <pc:spChg chg="mod">
          <ac:chgData name="Zion Odinaka" userId="64f06fb7-cdb0-4d06-9cef-d274fad8a4c9" providerId="ADAL" clId="{2DE0CBB4-0AE2-45FA-BEB2-482109F103F9}" dt="2025-04-27T07:49:26.672" v="715" actId="27636"/>
          <ac:spMkLst>
            <pc:docMk/>
            <pc:sldMk cId="1913840109" sldId="370"/>
            <ac:spMk id="3" creationId="{00000000-0000-0000-0000-000000000000}"/>
          </ac:spMkLst>
        </pc:spChg>
      </pc:sldChg>
      <pc:sldChg chg="modSp add del mod">
        <pc:chgData name="Zion Odinaka" userId="64f06fb7-cdb0-4d06-9cef-d274fad8a4c9" providerId="ADAL" clId="{2DE0CBB4-0AE2-45FA-BEB2-482109F103F9}" dt="2025-04-27T07:58:56.794" v="797" actId="47"/>
        <pc:sldMkLst>
          <pc:docMk/>
          <pc:sldMk cId="2432009795" sldId="371"/>
        </pc:sldMkLst>
        <pc:spChg chg="mod">
          <ac:chgData name="Zion Odinaka" userId="64f06fb7-cdb0-4d06-9cef-d274fad8a4c9" providerId="ADAL" clId="{2DE0CBB4-0AE2-45FA-BEB2-482109F103F9}" dt="2025-04-27T07:49:59.471" v="717" actId="20577"/>
          <ac:spMkLst>
            <pc:docMk/>
            <pc:sldMk cId="2432009795" sldId="371"/>
            <ac:spMk id="3" creationId="{00000000-0000-0000-0000-000000000000}"/>
          </ac:spMkLst>
        </pc:spChg>
      </pc:sldChg>
      <pc:sldChg chg="add">
        <pc:chgData name="Zion Odinaka" userId="64f06fb7-cdb0-4d06-9cef-d274fad8a4c9" providerId="ADAL" clId="{2DE0CBB4-0AE2-45FA-BEB2-482109F103F9}" dt="2025-04-27T07:50:10.520" v="718"/>
        <pc:sldMkLst>
          <pc:docMk/>
          <pc:sldMk cId="2973331081" sldId="373"/>
        </pc:sldMkLst>
      </pc:sldChg>
      <pc:sldChg chg="modSp add mod">
        <pc:chgData name="Zion Odinaka" userId="64f06fb7-cdb0-4d06-9cef-d274fad8a4c9" providerId="ADAL" clId="{2DE0CBB4-0AE2-45FA-BEB2-482109F103F9}" dt="2025-04-27T07:50:22.094" v="720" actId="27636"/>
        <pc:sldMkLst>
          <pc:docMk/>
          <pc:sldMk cId="2827155591" sldId="374"/>
        </pc:sldMkLst>
        <pc:spChg chg="mod">
          <ac:chgData name="Zion Odinaka" userId="64f06fb7-cdb0-4d06-9cef-d274fad8a4c9" providerId="ADAL" clId="{2DE0CBB4-0AE2-45FA-BEB2-482109F103F9}" dt="2025-04-27T07:50:22.094" v="720" actId="27636"/>
          <ac:spMkLst>
            <pc:docMk/>
            <pc:sldMk cId="2827155591" sldId="374"/>
            <ac:spMk id="2" creationId="{00000000-0000-0000-0000-000000000000}"/>
          </ac:spMkLst>
        </pc:spChg>
      </pc:sldChg>
      <pc:sldChg chg="modSp add mod">
        <pc:chgData name="Zion Odinaka" userId="64f06fb7-cdb0-4d06-9cef-d274fad8a4c9" providerId="ADAL" clId="{2DE0CBB4-0AE2-45FA-BEB2-482109F103F9}" dt="2025-04-27T07:50:29.395" v="722" actId="27636"/>
        <pc:sldMkLst>
          <pc:docMk/>
          <pc:sldMk cId="1313287214" sldId="375"/>
        </pc:sldMkLst>
        <pc:spChg chg="mod">
          <ac:chgData name="Zion Odinaka" userId="64f06fb7-cdb0-4d06-9cef-d274fad8a4c9" providerId="ADAL" clId="{2DE0CBB4-0AE2-45FA-BEB2-482109F103F9}" dt="2025-04-27T07:50:29.395" v="722" actId="27636"/>
          <ac:spMkLst>
            <pc:docMk/>
            <pc:sldMk cId="1313287214" sldId="375"/>
            <ac:spMk id="2" creationId="{00000000-0000-0000-0000-000000000000}"/>
          </ac:spMkLst>
        </pc:spChg>
      </pc:sldChg>
      <pc:sldChg chg="add">
        <pc:chgData name="Zion Odinaka" userId="64f06fb7-cdb0-4d06-9cef-d274fad8a4c9" providerId="ADAL" clId="{2DE0CBB4-0AE2-45FA-BEB2-482109F103F9}" dt="2025-04-27T07:50:34.732" v="723"/>
        <pc:sldMkLst>
          <pc:docMk/>
          <pc:sldMk cId="2648914564" sldId="376"/>
        </pc:sldMkLst>
      </pc:sldChg>
      <pc:sldChg chg="modSp add mod">
        <pc:chgData name="Zion Odinaka" userId="64f06fb7-cdb0-4d06-9cef-d274fad8a4c9" providerId="ADAL" clId="{2DE0CBB4-0AE2-45FA-BEB2-482109F103F9}" dt="2025-04-27T07:50:42.644" v="725" actId="27636"/>
        <pc:sldMkLst>
          <pc:docMk/>
          <pc:sldMk cId="212969687" sldId="377"/>
        </pc:sldMkLst>
        <pc:spChg chg="mod">
          <ac:chgData name="Zion Odinaka" userId="64f06fb7-cdb0-4d06-9cef-d274fad8a4c9" providerId="ADAL" clId="{2DE0CBB4-0AE2-45FA-BEB2-482109F103F9}" dt="2025-04-27T07:50:42.644" v="725" actId="27636"/>
          <ac:spMkLst>
            <pc:docMk/>
            <pc:sldMk cId="212969687" sldId="377"/>
            <ac:spMk id="2" creationId="{00000000-0000-0000-0000-000000000000}"/>
          </ac:spMkLst>
        </pc:spChg>
      </pc:sldChg>
      <pc:sldChg chg="modSp add mod">
        <pc:chgData name="Zion Odinaka" userId="64f06fb7-cdb0-4d06-9cef-d274fad8a4c9" providerId="ADAL" clId="{2DE0CBB4-0AE2-45FA-BEB2-482109F103F9}" dt="2025-04-27T07:50:52.093" v="728" actId="27636"/>
        <pc:sldMkLst>
          <pc:docMk/>
          <pc:sldMk cId="3816412562" sldId="378"/>
        </pc:sldMkLst>
        <pc:spChg chg="mod">
          <ac:chgData name="Zion Odinaka" userId="64f06fb7-cdb0-4d06-9cef-d274fad8a4c9" providerId="ADAL" clId="{2DE0CBB4-0AE2-45FA-BEB2-482109F103F9}" dt="2025-04-27T07:50:52.093" v="728" actId="27636"/>
          <ac:spMkLst>
            <pc:docMk/>
            <pc:sldMk cId="3816412562" sldId="378"/>
            <ac:spMk id="2" creationId="{00000000-0000-0000-0000-000000000000}"/>
          </ac:spMkLst>
        </pc:spChg>
        <pc:spChg chg="mod">
          <ac:chgData name="Zion Odinaka" userId="64f06fb7-cdb0-4d06-9cef-d274fad8a4c9" providerId="ADAL" clId="{2DE0CBB4-0AE2-45FA-BEB2-482109F103F9}" dt="2025-04-27T07:50:52.091" v="727" actId="27636"/>
          <ac:spMkLst>
            <pc:docMk/>
            <pc:sldMk cId="3816412562" sldId="378"/>
            <ac:spMk id="3" creationId="{00000000-0000-0000-0000-000000000000}"/>
          </ac:spMkLst>
        </pc:spChg>
      </pc:sldChg>
      <pc:sldChg chg="add">
        <pc:chgData name="Zion Odinaka" userId="64f06fb7-cdb0-4d06-9cef-d274fad8a4c9" providerId="ADAL" clId="{2DE0CBB4-0AE2-45FA-BEB2-482109F103F9}" dt="2025-04-27T07:51:00.087" v="729"/>
        <pc:sldMkLst>
          <pc:docMk/>
          <pc:sldMk cId="1264143606" sldId="379"/>
        </pc:sldMkLst>
      </pc:sldChg>
      <pc:sldChg chg="modSp add mod">
        <pc:chgData name="Zion Odinaka" userId="64f06fb7-cdb0-4d06-9cef-d274fad8a4c9" providerId="ADAL" clId="{2DE0CBB4-0AE2-45FA-BEB2-482109F103F9}" dt="2025-04-27T07:51:07.036" v="731" actId="27636"/>
        <pc:sldMkLst>
          <pc:docMk/>
          <pc:sldMk cId="2794992456" sldId="381"/>
        </pc:sldMkLst>
        <pc:spChg chg="mod">
          <ac:chgData name="Zion Odinaka" userId="64f06fb7-cdb0-4d06-9cef-d274fad8a4c9" providerId="ADAL" clId="{2DE0CBB4-0AE2-45FA-BEB2-482109F103F9}" dt="2025-04-27T07:51:07.036" v="731" actId="27636"/>
          <ac:spMkLst>
            <pc:docMk/>
            <pc:sldMk cId="2794992456" sldId="381"/>
            <ac:spMk id="2" creationId="{00000000-0000-0000-0000-000000000000}"/>
          </ac:spMkLst>
        </pc:spChg>
      </pc:sldChg>
      <pc:sldChg chg="modSp add mod">
        <pc:chgData name="Zion Odinaka" userId="64f06fb7-cdb0-4d06-9cef-d274fad8a4c9" providerId="ADAL" clId="{2DE0CBB4-0AE2-45FA-BEB2-482109F103F9}" dt="2025-04-27T07:51:22.571" v="733" actId="27636"/>
        <pc:sldMkLst>
          <pc:docMk/>
          <pc:sldMk cId="1440510558" sldId="382"/>
        </pc:sldMkLst>
        <pc:spChg chg="mod">
          <ac:chgData name="Zion Odinaka" userId="64f06fb7-cdb0-4d06-9cef-d274fad8a4c9" providerId="ADAL" clId="{2DE0CBB4-0AE2-45FA-BEB2-482109F103F9}" dt="2025-04-27T07:51:22.571" v="733" actId="27636"/>
          <ac:spMkLst>
            <pc:docMk/>
            <pc:sldMk cId="1440510558" sldId="382"/>
            <ac:spMk id="2" creationId="{00000000-0000-0000-0000-000000000000}"/>
          </ac:spMkLst>
        </pc:spChg>
      </pc:sldChg>
      <pc:sldChg chg="modSp add mod">
        <pc:chgData name="Zion Odinaka" userId="64f06fb7-cdb0-4d06-9cef-d274fad8a4c9" providerId="ADAL" clId="{2DE0CBB4-0AE2-45FA-BEB2-482109F103F9}" dt="2025-04-27T07:51:30.943" v="736" actId="27636"/>
        <pc:sldMkLst>
          <pc:docMk/>
          <pc:sldMk cId="4070469239" sldId="383"/>
        </pc:sldMkLst>
        <pc:spChg chg="mod">
          <ac:chgData name="Zion Odinaka" userId="64f06fb7-cdb0-4d06-9cef-d274fad8a4c9" providerId="ADAL" clId="{2DE0CBB4-0AE2-45FA-BEB2-482109F103F9}" dt="2025-04-27T07:51:30.943" v="736" actId="27636"/>
          <ac:spMkLst>
            <pc:docMk/>
            <pc:sldMk cId="4070469239" sldId="383"/>
            <ac:spMk id="2" creationId="{00000000-0000-0000-0000-000000000000}"/>
          </ac:spMkLst>
        </pc:spChg>
        <pc:spChg chg="mod">
          <ac:chgData name="Zion Odinaka" userId="64f06fb7-cdb0-4d06-9cef-d274fad8a4c9" providerId="ADAL" clId="{2DE0CBB4-0AE2-45FA-BEB2-482109F103F9}" dt="2025-04-27T07:51:30.941" v="735" actId="27636"/>
          <ac:spMkLst>
            <pc:docMk/>
            <pc:sldMk cId="4070469239" sldId="383"/>
            <ac:spMk id="3" creationId="{00000000-0000-0000-0000-000000000000}"/>
          </ac:spMkLst>
        </pc:spChg>
      </pc:sldChg>
      <pc:sldChg chg="modSp add mod">
        <pc:chgData name="Zion Odinaka" userId="64f06fb7-cdb0-4d06-9cef-d274fad8a4c9" providerId="ADAL" clId="{2DE0CBB4-0AE2-45FA-BEB2-482109F103F9}" dt="2025-04-27T07:53:11.713" v="755" actId="27636"/>
        <pc:sldMkLst>
          <pc:docMk/>
          <pc:sldMk cId="1962630468" sldId="384"/>
        </pc:sldMkLst>
        <pc:spChg chg="mod">
          <ac:chgData name="Zion Odinaka" userId="64f06fb7-cdb0-4d06-9cef-d274fad8a4c9" providerId="ADAL" clId="{2DE0CBB4-0AE2-45FA-BEB2-482109F103F9}" dt="2025-04-27T07:53:11.713" v="755" actId="27636"/>
          <ac:spMkLst>
            <pc:docMk/>
            <pc:sldMk cId="1962630468" sldId="384"/>
            <ac:spMk id="3" creationId="{00000000-0000-0000-0000-000000000000}"/>
          </ac:spMkLst>
        </pc:spChg>
      </pc:sldChg>
      <pc:sldChg chg="modSp add del mod">
        <pc:chgData name="Zion Odinaka" userId="64f06fb7-cdb0-4d06-9cef-d274fad8a4c9" providerId="ADAL" clId="{2DE0CBB4-0AE2-45FA-BEB2-482109F103F9}" dt="2025-04-27T07:52:18" v="740" actId="47"/>
        <pc:sldMkLst>
          <pc:docMk/>
          <pc:sldMk cId="395485236" sldId="385"/>
        </pc:sldMkLst>
        <pc:spChg chg="mod">
          <ac:chgData name="Zion Odinaka" userId="64f06fb7-cdb0-4d06-9cef-d274fad8a4c9" providerId="ADAL" clId="{2DE0CBB4-0AE2-45FA-BEB2-482109F103F9}" dt="2025-04-27T07:52:12.196" v="739" actId="20577"/>
          <ac:spMkLst>
            <pc:docMk/>
            <pc:sldMk cId="395485236" sldId="385"/>
            <ac:spMk id="3" creationId="{00000000-0000-0000-0000-000000000000}"/>
          </ac:spMkLst>
        </pc:spChg>
      </pc:sldChg>
      <pc:sldChg chg="add">
        <pc:chgData name="Zion Odinaka" userId="64f06fb7-cdb0-4d06-9cef-d274fad8a4c9" providerId="ADAL" clId="{2DE0CBB4-0AE2-45FA-BEB2-482109F103F9}" dt="2025-04-27T07:28:17.643" v="97"/>
        <pc:sldMkLst>
          <pc:docMk/>
          <pc:sldMk cId="3406002532" sldId="392"/>
        </pc:sldMkLst>
      </pc:sldChg>
      <pc:sldChg chg="add">
        <pc:chgData name="Zion Odinaka" userId="64f06fb7-cdb0-4d06-9cef-d274fad8a4c9" providerId="ADAL" clId="{2DE0CBB4-0AE2-45FA-BEB2-482109F103F9}" dt="2025-04-27T07:29:52.652" v="98"/>
        <pc:sldMkLst>
          <pc:docMk/>
          <pc:sldMk cId="1733888344" sldId="393"/>
        </pc:sldMkLst>
      </pc:sldChg>
      <pc:sldChg chg="add">
        <pc:chgData name="Zion Odinaka" userId="64f06fb7-cdb0-4d06-9cef-d274fad8a4c9" providerId="ADAL" clId="{2DE0CBB4-0AE2-45FA-BEB2-482109F103F9}" dt="2025-04-27T07:47:34.926" v="695"/>
        <pc:sldMkLst>
          <pc:docMk/>
          <pc:sldMk cId="1204428635" sldId="394"/>
        </pc:sldMkLst>
      </pc:sldChg>
      <pc:sldChg chg="modSp add mod">
        <pc:chgData name="Zion Odinaka" userId="64f06fb7-cdb0-4d06-9cef-d274fad8a4c9" providerId="ADAL" clId="{2DE0CBB4-0AE2-45FA-BEB2-482109F103F9}" dt="2025-04-27T07:47:41.587" v="697" actId="27636"/>
        <pc:sldMkLst>
          <pc:docMk/>
          <pc:sldMk cId="2854967383" sldId="395"/>
        </pc:sldMkLst>
        <pc:spChg chg="mod">
          <ac:chgData name="Zion Odinaka" userId="64f06fb7-cdb0-4d06-9cef-d274fad8a4c9" providerId="ADAL" clId="{2DE0CBB4-0AE2-45FA-BEB2-482109F103F9}" dt="2025-04-27T07:47:41.587" v="697" actId="27636"/>
          <ac:spMkLst>
            <pc:docMk/>
            <pc:sldMk cId="2854967383" sldId="395"/>
            <ac:spMk id="2" creationId="{00000000-0000-0000-0000-000000000000}"/>
          </ac:spMkLst>
        </pc:spChg>
      </pc:sldChg>
      <pc:sldChg chg="modSp add mod">
        <pc:chgData name="Zion Odinaka" userId="64f06fb7-cdb0-4d06-9cef-d274fad8a4c9" providerId="ADAL" clId="{2DE0CBB4-0AE2-45FA-BEB2-482109F103F9}" dt="2025-04-27T07:47:50.020" v="699" actId="27636"/>
        <pc:sldMkLst>
          <pc:docMk/>
          <pc:sldMk cId="3243821059" sldId="396"/>
        </pc:sldMkLst>
        <pc:spChg chg="mod">
          <ac:chgData name="Zion Odinaka" userId="64f06fb7-cdb0-4d06-9cef-d274fad8a4c9" providerId="ADAL" clId="{2DE0CBB4-0AE2-45FA-BEB2-482109F103F9}" dt="2025-04-27T07:47:50.020" v="699" actId="27636"/>
          <ac:spMkLst>
            <pc:docMk/>
            <pc:sldMk cId="3243821059" sldId="396"/>
            <ac:spMk id="2" creationId="{00000000-0000-0000-0000-000000000000}"/>
          </ac:spMkLst>
        </pc:spChg>
      </pc:sldChg>
      <pc:sldChg chg="modSp add mod">
        <pc:chgData name="Zion Odinaka" userId="64f06fb7-cdb0-4d06-9cef-d274fad8a4c9" providerId="ADAL" clId="{2DE0CBB4-0AE2-45FA-BEB2-482109F103F9}" dt="2025-04-27T07:48:15.575" v="702" actId="27636"/>
        <pc:sldMkLst>
          <pc:docMk/>
          <pc:sldMk cId="864270384" sldId="397"/>
        </pc:sldMkLst>
        <pc:spChg chg="mod">
          <ac:chgData name="Zion Odinaka" userId="64f06fb7-cdb0-4d06-9cef-d274fad8a4c9" providerId="ADAL" clId="{2DE0CBB4-0AE2-45FA-BEB2-482109F103F9}" dt="2025-04-27T07:48:15.575" v="702" actId="27636"/>
          <ac:spMkLst>
            <pc:docMk/>
            <pc:sldMk cId="864270384" sldId="397"/>
            <ac:spMk id="2" creationId="{00000000-0000-0000-0000-000000000000}"/>
          </ac:spMkLst>
        </pc:spChg>
        <pc:spChg chg="mod">
          <ac:chgData name="Zion Odinaka" userId="64f06fb7-cdb0-4d06-9cef-d274fad8a4c9" providerId="ADAL" clId="{2DE0CBB4-0AE2-45FA-BEB2-482109F103F9}" dt="2025-04-27T07:48:15.574" v="701" actId="27636"/>
          <ac:spMkLst>
            <pc:docMk/>
            <pc:sldMk cId="864270384" sldId="39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DB29A-2219-4792-9A7E-78FFFAC2C70B}" type="datetimeFigureOut">
              <a:rPr lang="en-GB" smtClean="0"/>
              <a:t>24/04/2025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E53A9B-B884-4339-B59A-91A73A12B791}" type="slidenum">
              <a:rPr lang="en-GB" smtClean="0"/>
              <a:t>‹#›</a:t>
            </a:fld>
            <a:endParaRPr lang="en-GB"/>
          </a:p>
        </p:txBody>
      </p:sp>
    </p:spTree>
    <p:extLst>
      <p:ext uri="{BB962C8B-B14F-4D97-AF65-F5344CB8AC3E}">
        <p14:creationId xmlns:p14="http://schemas.microsoft.com/office/powerpoint/2010/main" val="3323929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8E53A9B-B884-4339-B59A-91A73A12B791}" type="slidenum">
              <a:rPr lang="en-GB" smtClean="0"/>
              <a:t>2</a:t>
            </a:fld>
            <a:endParaRPr lang="en-GB"/>
          </a:p>
        </p:txBody>
      </p:sp>
    </p:spTree>
    <p:extLst>
      <p:ext uri="{BB962C8B-B14F-4D97-AF65-F5344CB8AC3E}">
        <p14:creationId xmlns:p14="http://schemas.microsoft.com/office/powerpoint/2010/main" val="1815469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Sometime ago, the Federal government of Nigeria, in order to raise funds for the construction of roads, issued some sovereign “</a:t>
            </a:r>
            <a:r>
              <a:rPr lang="en-GB" sz="1200" dirty="0" err="1">
                <a:latin typeface="Times New Roman" panose="02020603050405020304" pitchFamily="18" charset="0"/>
                <a:cs typeface="Times New Roman" panose="02020603050405020304" pitchFamily="18" charset="0"/>
              </a:rPr>
              <a:t>sukuk</a:t>
            </a:r>
            <a:r>
              <a:rPr lang="en-GB" sz="1200" dirty="0">
                <a:latin typeface="Times New Roman" panose="02020603050405020304" pitchFamily="18" charset="0"/>
                <a:cs typeface="Times New Roman" panose="02020603050405020304" pitchFamily="18" charset="0"/>
              </a:rPr>
              <a:t>”</a:t>
            </a:r>
          </a:p>
          <a:p>
            <a:endParaRPr lang="en-GB" dirty="0"/>
          </a:p>
        </p:txBody>
      </p:sp>
      <p:sp>
        <p:nvSpPr>
          <p:cNvPr id="4" name="Slide Number Placeholder 3"/>
          <p:cNvSpPr>
            <a:spLocks noGrp="1"/>
          </p:cNvSpPr>
          <p:nvPr>
            <p:ph type="sldNum" sz="quarter" idx="10"/>
          </p:nvPr>
        </p:nvSpPr>
        <p:spPr/>
        <p:txBody>
          <a:bodyPr/>
          <a:lstStyle/>
          <a:p>
            <a:fld id="{F8E53A9B-B884-4339-B59A-91A73A12B791}" type="slidenum">
              <a:rPr lang="en-GB" smtClean="0"/>
              <a:t>8</a:t>
            </a:fld>
            <a:endParaRPr lang="en-GB"/>
          </a:p>
        </p:txBody>
      </p:sp>
    </p:spTree>
    <p:extLst>
      <p:ext uri="{BB962C8B-B14F-4D97-AF65-F5344CB8AC3E}">
        <p14:creationId xmlns:p14="http://schemas.microsoft.com/office/powerpoint/2010/main" val="330946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Hybrid </a:t>
            </a:r>
            <a:r>
              <a:rPr lang="en-GB" dirty="0"/>
              <a:t>in this instance means that the</a:t>
            </a:r>
            <a:r>
              <a:rPr lang="en-GB" baseline="0" dirty="0"/>
              <a:t> offer </a:t>
            </a:r>
            <a:r>
              <a:rPr lang="en-GB" dirty="0"/>
              <a:t>is partly made to the general public while a percentage is reserved for existing shareholders</a:t>
            </a:r>
          </a:p>
        </p:txBody>
      </p:sp>
      <p:sp>
        <p:nvSpPr>
          <p:cNvPr id="4" name="Slide Number Placeholder 3"/>
          <p:cNvSpPr>
            <a:spLocks noGrp="1"/>
          </p:cNvSpPr>
          <p:nvPr>
            <p:ph type="sldNum" sz="quarter" idx="10"/>
          </p:nvPr>
        </p:nvSpPr>
        <p:spPr/>
        <p:txBody>
          <a:bodyPr/>
          <a:lstStyle/>
          <a:p>
            <a:fld id="{F8E53A9B-B884-4339-B59A-91A73A12B791}" type="slidenum">
              <a:rPr lang="en-GB" smtClean="0"/>
              <a:t>9</a:t>
            </a:fld>
            <a:endParaRPr lang="en-GB"/>
          </a:p>
        </p:txBody>
      </p:sp>
    </p:spTree>
    <p:extLst>
      <p:ext uri="{BB962C8B-B14F-4D97-AF65-F5344CB8AC3E}">
        <p14:creationId xmlns:p14="http://schemas.microsoft.com/office/powerpoint/2010/main" val="1195129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8E53A9B-B884-4339-B59A-91A73A12B791}" type="slidenum">
              <a:rPr lang="en-GB" smtClean="0"/>
              <a:t>14</a:t>
            </a:fld>
            <a:endParaRPr lang="en-GB"/>
          </a:p>
        </p:txBody>
      </p:sp>
    </p:spTree>
    <p:extLst>
      <p:ext uri="{BB962C8B-B14F-4D97-AF65-F5344CB8AC3E}">
        <p14:creationId xmlns:p14="http://schemas.microsoft.com/office/powerpoint/2010/main" val="4115182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outerShdw blurRad="38100" dist="38100" dir="2700000" algn="tl">
                    <a:srgbClr val="000000">
                      <a:alpha val="43137"/>
                    </a:srgbClr>
                  </a:outerShdw>
                </a:effectLst>
              </a:rPr>
              <a:t>*Other</a:t>
            </a:r>
            <a:r>
              <a:rPr lang="en-GB" b="1" baseline="0" dirty="0">
                <a:effectLst>
                  <a:outerShdw blurRad="38100" dist="38100" dir="2700000" algn="tl">
                    <a:srgbClr val="000000">
                      <a:alpha val="43137"/>
                    </a:srgbClr>
                  </a:outerShdw>
                </a:effectLst>
              </a:rPr>
              <a:t> entities </a:t>
            </a:r>
            <a:r>
              <a:rPr lang="en-GB" b="0" baseline="0" dirty="0">
                <a:effectLst/>
              </a:rPr>
              <a:t>referred in (5) above are: </a:t>
            </a:r>
            <a:r>
              <a:rPr lang="en-GB" sz="1200" dirty="0">
                <a:latin typeface="Times New Roman" panose="02020603050405020304" pitchFamily="18" charset="0"/>
                <a:cs typeface="Times New Roman" panose="02020603050405020304" pitchFamily="18" charset="0"/>
              </a:rPr>
              <a:t>collective investment schemes, investment trust companies, the government and its agencies, as well as supranational bodies</a:t>
            </a:r>
            <a:endParaRPr lang="en-GB" dirty="0"/>
          </a:p>
        </p:txBody>
      </p:sp>
      <p:sp>
        <p:nvSpPr>
          <p:cNvPr id="4" name="Slide Number Placeholder 3"/>
          <p:cNvSpPr>
            <a:spLocks noGrp="1"/>
          </p:cNvSpPr>
          <p:nvPr>
            <p:ph type="sldNum" sz="quarter" idx="10"/>
          </p:nvPr>
        </p:nvSpPr>
        <p:spPr/>
        <p:txBody>
          <a:bodyPr/>
          <a:lstStyle/>
          <a:p>
            <a:fld id="{F8E53A9B-B884-4339-B59A-91A73A12B791}" type="slidenum">
              <a:rPr lang="en-GB" smtClean="0"/>
              <a:t>18</a:t>
            </a:fld>
            <a:endParaRPr lang="en-GB"/>
          </a:p>
        </p:txBody>
      </p:sp>
    </p:spTree>
    <p:extLst>
      <p:ext uri="{BB962C8B-B14F-4D97-AF65-F5344CB8AC3E}">
        <p14:creationId xmlns:p14="http://schemas.microsoft.com/office/powerpoint/2010/main" val="3525163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F7ABFFE-E0EA-45F2-9944-1267AA1552CE}" type="datetimeFigureOut">
              <a:rPr lang="en-GB" smtClean="0"/>
              <a:t>24/04/2025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1957541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F7ABFFE-E0EA-45F2-9944-1267AA1552CE}" type="datetimeFigureOut">
              <a:rPr lang="en-GB" smtClean="0"/>
              <a:t>24/04/2025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428957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7ABFFE-E0EA-45F2-9944-1267AA1552CE}" type="datetimeFigureOut">
              <a:rPr lang="en-GB" smtClean="0"/>
              <a:t>24/04/2025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1255350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2F7ABFFE-E0EA-45F2-9944-1267AA1552CE}" type="datetimeFigureOut">
              <a:rPr lang="en-GB" smtClean="0"/>
              <a:t>24/04/2025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153319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F7ABFFE-E0EA-45F2-9944-1267AA1552CE}" type="datetimeFigureOut">
              <a:rPr lang="en-GB" smtClean="0"/>
              <a:t>24/04/2025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132622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F7ABFFE-E0EA-45F2-9944-1267AA1552CE}" type="datetimeFigureOut">
              <a:rPr lang="en-GB" smtClean="0"/>
              <a:t>24/04/2025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720600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7ABFFE-E0EA-45F2-9944-1267AA1552CE}" type="datetimeFigureOut">
              <a:rPr lang="en-GB" smtClean="0"/>
              <a:t>24/04/2025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830146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7ABFFE-E0EA-45F2-9944-1267AA1552CE}" type="datetimeFigureOut">
              <a:rPr lang="en-GB" smtClean="0"/>
              <a:t>24/04/2025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44240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7ABFFE-E0EA-45F2-9944-1267AA1552CE}" type="datetimeFigureOut">
              <a:rPr lang="en-GB" smtClean="0"/>
              <a:t>24/04/2025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370407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F7ABFFE-E0EA-45F2-9944-1267AA1552CE}" type="datetimeFigureOut">
              <a:rPr lang="en-GB" smtClean="0"/>
              <a:t>24/04/2025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667131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F7ABFFE-E0EA-45F2-9944-1267AA1552CE}" type="datetimeFigureOut">
              <a:rPr lang="en-GB" smtClean="0"/>
              <a:t>24/04/2025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7E62A19-A413-4BAD-9B3E-0616DB4445E8}" type="slidenum">
              <a:rPr lang="en-GB" smtClean="0"/>
              <a:t>‹#›</a:t>
            </a:fld>
            <a:endParaRPr lang="en-GB"/>
          </a:p>
        </p:txBody>
      </p:sp>
    </p:spTree>
    <p:extLst>
      <p:ext uri="{BB962C8B-B14F-4D97-AF65-F5344CB8AC3E}">
        <p14:creationId xmlns:p14="http://schemas.microsoft.com/office/powerpoint/2010/main" val="76294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7ABFFE-E0EA-45F2-9944-1267AA1552CE}" type="datetimeFigureOut">
              <a:rPr lang="en-GB" smtClean="0"/>
              <a:t>24/04/2025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E62A19-A413-4BAD-9B3E-0616DB4445E8}" type="slidenum">
              <a:rPr lang="en-GB" smtClean="0"/>
              <a:t>‹#›</a:t>
            </a:fld>
            <a:endParaRPr lang="en-GB"/>
          </a:p>
        </p:txBody>
      </p:sp>
    </p:spTree>
    <p:extLst>
      <p:ext uri="{BB962C8B-B14F-4D97-AF65-F5344CB8AC3E}">
        <p14:creationId xmlns:p14="http://schemas.microsoft.com/office/powerpoint/2010/main" val="4270211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6913" y="2828498"/>
            <a:ext cx="9144000" cy="1201003"/>
          </a:xfrm>
        </p:spPr>
        <p:txBody>
          <a:bodyPr>
            <a:noAutofit/>
          </a:bodyPr>
          <a:lstStyle/>
          <a:p>
            <a:br>
              <a:rPr lang="en-GB" sz="4400" b="1" dirty="0">
                <a:latin typeface="Times New Roman" panose="02020603050405020304" pitchFamily="18" charset="0"/>
                <a:cs typeface="Times New Roman" panose="02020603050405020304" pitchFamily="18" charset="0"/>
              </a:rPr>
            </a:br>
            <a:r>
              <a:rPr lang="en-GB" sz="4400" b="1" dirty="0">
                <a:latin typeface="Times New Roman" panose="02020603050405020304" pitchFamily="18" charset="0"/>
                <a:cs typeface="Times New Roman" panose="02020603050405020304" pitchFamily="18" charset="0"/>
              </a:rPr>
              <a:t>CORPORATE GOVERNANCE 1</a:t>
            </a:r>
          </a:p>
        </p:txBody>
      </p:sp>
    </p:spTree>
    <p:extLst>
      <p:ext uri="{BB962C8B-B14F-4D97-AF65-F5344CB8AC3E}">
        <p14:creationId xmlns:p14="http://schemas.microsoft.com/office/powerpoint/2010/main" val="2309802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1972" y="312234"/>
            <a:ext cx="9968056" cy="436728"/>
          </a:xfrm>
        </p:spPr>
        <p:txBody>
          <a:bodyPr>
            <a:normAutofit fontScale="90000"/>
          </a:bodyPr>
          <a:lstStyle/>
          <a:p>
            <a:pPr algn="ctr"/>
            <a:r>
              <a:rPr lang="en-GB"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 is Corporate Governance</a:t>
            </a:r>
          </a:p>
        </p:txBody>
      </p:sp>
      <p:sp>
        <p:nvSpPr>
          <p:cNvPr id="3" name="Content Placeholder 2"/>
          <p:cNvSpPr>
            <a:spLocks noGrp="1"/>
          </p:cNvSpPr>
          <p:nvPr>
            <p:ph idx="1"/>
          </p:nvPr>
        </p:nvSpPr>
        <p:spPr>
          <a:xfrm>
            <a:off x="832513" y="813539"/>
            <a:ext cx="10281955" cy="5732227"/>
          </a:xfrm>
        </p:spPr>
        <p:txBody>
          <a:bodyPr>
            <a:normAutofit fontScale="62500" lnSpcReduction="20000"/>
          </a:bodyPr>
          <a:lstStyle/>
          <a:p>
            <a:pPr marL="0" indent="0" algn="just">
              <a:lnSpc>
                <a:spcPct val="150000"/>
              </a:lnSpc>
              <a:buNone/>
            </a:pPr>
            <a:r>
              <a:rPr lang="en-GB" sz="5200" dirty="0">
                <a:latin typeface="Times New Roman" panose="02020603050405020304" pitchFamily="18" charset="0"/>
                <a:cs typeface="Times New Roman" panose="02020603050405020304" pitchFamily="18" charset="0"/>
              </a:rPr>
              <a:t>Corporate Governance </a:t>
            </a:r>
            <a:r>
              <a:rPr lang="en-US" sz="5200" dirty="0">
                <a:latin typeface="Times New Roman" panose="02020603050405020304" pitchFamily="18" charset="0"/>
                <a:cs typeface="Times New Roman" panose="02020603050405020304" pitchFamily="18" charset="0"/>
              </a:rPr>
              <a:t>refers to the system of rules, practices, and processes by which a company is directed and controlled. It outlines how rights and responsibilities are distributed among different participants in the company, such as the board of directors, management, shareholders, and other stakeholders and how decisions are made on corporate affairs.</a:t>
            </a:r>
            <a:endParaRPr lang="en-GB" sz="5200"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05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388" y="122830"/>
            <a:ext cx="10972800" cy="1023581"/>
          </a:xfrm>
        </p:spPr>
        <p:txBody>
          <a:bodyPr>
            <a:normAutofit fontScale="90000"/>
          </a:bodyPr>
          <a:lstStyle/>
          <a:p>
            <a:r>
              <a:rPr lang="en-GB" b="1" dirty="0">
                <a:latin typeface="Times New Roman" panose="02020603050405020304" pitchFamily="18" charset="0"/>
                <a:cs typeface="Times New Roman" panose="02020603050405020304" pitchFamily="18" charset="0"/>
              </a:rPr>
              <a:t>Legal Framework for Corporate Governance in Nigeria</a:t>
            </a:r>
          </a:p>
        </p:txBody>
      </p:sp>
      <p:sp>
        <p:nvSpPr>
          <p:cNvPr id="3" name="Content Placeholder 2"/>
          <p:cNvSpPr>
            <a:spLocks noGrp="1"/>
          </p:cNvSpPr>
          <p:nvPr>
            <p:ph idx="1"/>
          </p:nvPr>
        </p:nvSpPr>
        <p:spPr>
          <a:xfrm>
            <a:off x="805218" y="1460310"/>
            <a:ext cx="9990162" cy="5793475"/>
          </a:xfrm>
        </p:spPr>
        <p:txBody>
          <a:bodyPr>
            <a:normAutofit fontScale="55000" lnSpcReduction="20000"/>
          </a:bodyPr>
          <a:lstStyle/>
          <a:p>
            <a:pPr marL="0" indent="0">
              <a:buNone/>
            </a:pPr>
            <a:r>
              <a:rPr lang="en-GB" sz="5200" dirty="0">
                <a:latin typeface="Times New Roman" panose="02020603050405020304" pitchFamily="18" charset="0"/>
                <a:cs typeface="Times New Roman" panose="02020603050405020304" pitchFamily="18" charset="0"/>
              </a:rPr>
              <a:t>CAMA 2020</a:t>
            </a:r>
          </a:p>
          <a:p>
            <a:pPr marL="0" indent="0">
              <a:buNone/>
            </a:pPr>
            <a:r>
              <a:rPr lang="en-GB" sz="5200" dirty="0">
                <a:latin typeface="Times New Roman" panose="02020603050405020304" pitchFamily="18" charset="0"/>
                <a:cs typeface="Times New Roman" panose="02020603050405020304" pitchFamily="18" charset="0"/>
              </a:rPr>
              <a:t>Companies Regulations 2021</a:t>
            </a:r>
          </a:p>
          <a:p>
            <a:pPr marL="0" indent="0">
              <a:buNone/>
            </a:pPr>
            <a:r>
              <a:rPr lang="en-GB" sz="5200" dirty="0">
                <a:latin typeface="Times New Roman" panose="02020603050405020304" pitchFamily="18" charset="0"/>
                <a:cs typeface="Times New Roman" panose="02020603050405020304" pitchFamily="18" charset="0"/>
              </a:rPr>
              <a:t>SEC Rules</a:t>
            </a:r>
          </a:p>
          <a:p>
            <a:pPr marL="0" indent="0">
              <a:buNone/>
            </a:pPr>
            <a:r>
              <a:rPr lang="en-GB" sz="5200" dirty="0">
                <a:latin typeface="Times New Roman" panose="02020603050405020304" pitchFamily="18" charset="0"/>
                <a:cs typeface="Times New Roman" panose="02020603050405020304" pitchFamily="18" charset="0"/>
              </a:rPr>
              <a:t>Financial Reporting Council Act (as amended)</a:t>
            </a:r>
          </a:p>
          <a:p>
            <a:pPr marL="0" indent="0">
              <a:buNone/>
            </a:pPr>
            <a:r>
              <a:rPr lang="en-GB" sz="5200" dirty="0">
                <a:latin typeface="Times New Roman" panose="02020603050405020304" pitchFamily="18" charset="0"/>
                <a:cs typeface="Times New Roman" panose="02020603050405020304" pitchFamily="18" charset="0"/>
              </a:rPr>
              <a:t>Codes of Corporate Governance </a:t>
            </a:r>
            <a:r>
              <a:rPr lang="en-GB" sz="5200" dirty="0" err="1">
                <a:latin typeface="Times New Roman" panose="02020603050405020304" pitchFamily="18" charset="0"/>
                <a:cs typeface="Times New Roman" panose="02020603050405020304" pitchFamily="18" charset="0"/>
              </a:rPr>
              <a:t>e.g</a:t>
            </a:r>
            <a:endParaRPr lang="en-GB" sz="5200" dirty="0">
              <a:latin typeface="Times New Roman" panose="02020603050405020304" pitchFamily="18" charset="0"/>
              <a:cs typeface="Times New Roman" panose="02020603050405020304" pitchFamily="18" charset="0"/>
            </a:endParaRPr>
          </a:p>
          <a:p>
            <a:r>
              <a:rPr lang="en-GB" sz="5200" dirty="0">
                <a:latin typeface="Times New Roman" panose="02020603050405020304" pitchFamily="18" charset="0"/>
                <a:cs typeface="Times New Roman" panose="02020603050405020304" pitchFamily="18" charset="0"/>
              </a:rPr>
              <a:t> NCCG 2018</a:t>
            </a:r>
          </a:p>
          <a:p>
            <a:r>
              <a:rPr lang="en-GB" sz="5200" dirty="0">
                <a:latin typeface="Times New Roman" panose="02020603050405020304" pitchFamily="18" charset="0"/>
                <a:cs typeface="Times New Roman" panose="02020603050405020304" pitchFamily="18" charset="0"/>
              </a:rPr>
              <a:t>Code of Corporate Governance for Banks and Financial Institutions 2003 (as amended)</a:t>
            </a:r>
          </a:p>
          <a:p>
            <a:r>
              <a:rPr lang="en-GB" sz="5200" dirty="0">
                <a:latin typeface="Times New Roman" panose="02020603050405020304" pitchFamily="18" charset="0"/>
                <a:cs typeface="Times New Roman" panose="02020603050405020304" pitchFamily="18" charset="0"/>
              </a:rPr>
              <a:t>PENCOM Code 2008</a:t>
            </a:r>
          </a:p>
          <a:p>
            <a:r>
              <a:rPr lang="en-GB" sz="5200" dirty="0">
                <a:latin typeface="Times New Roman" panose="02020603050405020304" pitchFamily="18" charset="0"/>
                <a:cs typeface="Times New Roman" panose="02020603050405020304" pitchFamily="18" charset="0"/>
              </a:rPr>
              <a:t>Code of Corporate Governance for Insurance Companies 2009</a:t>
            </a:r>
          </a:p>
          <a:p>
            <a:endParaRPr lang="en-GB" sz="5200" dirty="0">
              <a:latin typeface="Times New Roman" panose="02020603050405020304" pitchFamily="18" charset="0"/>
              <a:cs typeface="Times New Roman" panose="02020603050405020304" pitchFamily="18" charset="0"/>
            </a:endParaRPr>
          </a:p>
          <a:p>
            <a:pPr marL="0" indent="0">
              <a:buNone/>
            </a:pPr>
            <a:endParaRPr lang="en-GB" sz="4000" b="1" dirty="0">
              <a:latin typeface="Times New Roman" panose="02020603050405020304" pitchFamily="18" charset="0"/>
              <a:cs typeface="Times New Roman" panose="02020603050405020304" pitchFamily="18" charset="0"/>
            </a:endParaRPr>
          </a:p>
          <a:p>
            <a:pPr marL="0" indent="0">
              <a:buNone/>
            </a:pPr>
            <a:r>
              <a:rPr lang="en-GB" sz="4000" dirty="0">
                <a:latin typeface="Times New Roman" panose="02020603050405020304" pitchFamily="18" charset="0"/>
                <a:cs typeface="Times New Roman" panose="02020603050405020304" pitchFamily="18" charset="0"/>
              </a:rPr>
              <a:t> </a:t>
            </a:r>
          </a:p>
          <a:p>
            <a:endParaRPr lang="en-GB"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4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9709-849E-80F3-C2D8-BB0F5C0D0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38817-D7DC-C20F-D2DB-7501AAAA547D}"/>
              </a:ext>
            </a:extLst>
          </p:cNvPr>
          <p:cNvSpPr>
            <a:spLocks noGrp="1"/>
          </p:cNvSpPr>
          <p:nvPr>
            <p:ph type="title"/>
          </p:nvPr>
        </p:nvSpPr>
        <p:spPr>
          <a:xfrm>
            <a:off x="682388" y="122830"/>
            <a:ext cx="10972800" cy="1023581"/>
          </a:xfrm>
        </p:spPr>
        <p:txBody>
          <a:bodyPr>
            <a:normAutofit fontScale="90000"/>
          </a:bodyPr>
          <a:lstStyle/>
          <a:p>
            <a:r>
              <a:rPr lang="en-GB" b="1" dirty="0">
                <a:latin typeface="Times New Roman" panose="02020603050405020304" pitchFamily="18" charset="0"/>
                <a:cs typeface="Times New Roman" panose="02020603050405020304" pitchFamily="18" charset="0"/>
              </a:rPr>
              <a:t>Legal Framework for Corporate Governance in Nigeria</a:t>
            </a:r>
          </a:p>
        </p:txBody>
      </p:sp>
      <p:sp>
        <p:nvSpPr>
          <p:cNvPr id="3" name="Content Placeholder 2">
            <a:extLst>
              <a:ext uri="{FF2B5EF4-FFF2-40B4-BE49-F238E27FC236}">
                <a16:creationId xmlns:a16="http://schemas.microsoft.com/office/drawing/2014/main" id="{0DA52ADD-B49C-DEC2-0C54-59D671523775}"/>
              </a:ext>
            </a:extLst>
          </p:cNvPr>
          <p:cNvSpPr>
            <a:spLocks noGrp="1"/>
          </p:cNvSpPr>
          <p:nvPr>
            <p:ph idx="1"/>
          </p:nvPr>
        </p:nvSpPr>
        <p:spPr>
          <a:xfrm>
            <a:off x="805218" y="1460310"/>
            <a:ext cx="9990162" cy="5793475"/>
          </a:xfrm>
        </p:spPr>
        <p:txBody>
          <a:bodyPr>
            <a:normAutofit fontScale="92500" lnSpcReduction="20000"/>
          </a:bodyPr>
          <a:lstStyle/>
          <a:p>
            <a:r>
              <a:rPr lang="en-GB" sz="5200" dirty="0">
                <a:latin typeface="Times New Roman" panose="02020603050405020304" pitchFamily="18" charset="0"/>
                <a:cs typeface="Times New Roman" panose="02020603050405020304" pitchFamily="18" charset="0"/>
              </a:rPr>
              <a:t> Code of Corporate Governance for Public Companies etc</a:t>
            </a:r>
          </a:p>
          <a:p>
            <a:pPr marL="0" indent="0">
              <a:buNone/>
            </a:pPr>
            <a:endParaRPr lang="en-GB" sz="5200" dirty="0">
              <a:latin typeface="Times New Roman" panose="02020603050405020304" pitchFamily="18" charset="0"/>
              <a:cs typeface="Times New Roman" panose="02020603050405020304" pitchFamily="18" charset="0"/>
            </a:endParaRPr>
          </a:p>
          <a:p>
            <a:pPr marL="0" indent="0">
              <a:buNone/>
            </a:pPr>
            <a:endParaRPr lang="en-GB" sz="5200" dirty="0">
              <a:latin typeface="Times New Roman" panose="02020603050405020304" pitchFamily="18" charset="0"/>
              <a:cs typeface="Times New Roman" panose="02020603050405020304" pitchFamily="18" charset="0"/>
            </a:endParaRPr>
          </a:p>
          <a:p>
            <a:endParaRPr lang="en-GB" sz="5200" dirty="0">
              <a:latin typeface="Times New Roman" panose="02020603050405020304" pitchFamily="18" charset="0"/>
              <a:cs typeface="Times New Roman" panose="02020603050405020304" pitchFamily="18" charset="0"/>
            </a:endParaRPr>
          </a:p>
          <a:p>
            <a:pPr marL="0" indent="0">
              <a:buNone/>
            </a:pPr>
            <a:endParaRPr lang="en-GB" sz="5200" dirty="0">
              <a:latin typeface="Times New Roman" panose="02020603050405020304" pitchFamily="18" charset="0"/>
              <a:cs typeface="Times New Roman" panose="02020603050405020304" pitchFamily="18" charset="0"/>
            </a:endParaRPr>
          </a:p>
          <a:p>
            <a:endParaRPr lang="en-GB" sz="5200" dirty="0">
              <a:latin typeface="Times New Roman" panose="02020603050405020304" pitchFamily="18" charset="0"/>
              <a:cs typeface="Times New Roman" panose="02020603050405020304" pitchFamily="18" charset="0"/>
            </a:endParaRPr>
          </a:p>
          <a:p>
            <a:pPr marL="0" indent="0">
              <a:buNone/>
            </a:pPr>
            <a:endParaRPr lang="en-GB" sz="4000" b="1" dirty="0">
              <a:latin typeface="Times New Roman" panose="02020603050405020304" pitchFamily="18" charset="0"/>
              <a:cs typeface="Times New Roman" panose="02020603050405020304" pitchFamily="18" charset="0"/>
            </a:endParaRPr>
          </a:p>
          <a:p>
            <a:pPr marL="0" indent="0">
              <a:buNone/>
            </a:pPr>
            <a:r>
              <a:rPr lang="en-GB" sz="4000" dirty="0">
                <a:latin typeface="Times New Roman" panose="02020603050405020304" pitchFamily="18" charset="0"/>
                <a:cs typeface="Times New Roman" panose="02020603050405020304" pitchFamily="18" charset="0"/>
              </a:rPr>
              <a:t> </a:t>
            </a:r>
          </a:p>
          <a:p>
            <a:endParaRPr lang="en-GB"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813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275" y="1"/>
            <a:ext cx="10181229" cy="1532585"/>
          </a:xfrm>
        </p:spPr>
        <p:txBody>
          <a:bodyPr>
            <a:noAutofit/>
          </a:bodyPr>
          <a:lstStyle/>
          <a:p>
            <a:pPr algn="ctr"/>
            <a:br>
              <a:rPr lang="en-GB" sz="4000" b="1" dirty="0">
                <a:latin typeface="Times New Roman" panose="02020603050405020304" pitchFamily="18" charset="0"/>
                <a:cs typeface="Times New Roman" panose="02020603050405020304" pitchFamily="18" charset="0"/>
              </a:rPr>
            </a:br>
            <a:endParaRPr lang="en-GB"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41664" y="1009935"/>
            <a:ext cx="9028090" cy="4892722"/>
          </a:xfrm>
        </p:spPr>
        <p:txBody>
          <a:bodyPr>
            <a:normAutofit/>
          </a:bodyPr>
          <a:lstStyle/>
          <a:p>
            <a:pPr marL="0" indent="0">
              <a:buNone/>
            </a:pPr>
            <a:r>
              <a:rPr lang="en-GB" sz="4000" b="1" dirty="0">
                <a:latin typeface="Times New Roman" panose="02020603050405020304" pitchFamily="18" charset="0"/>
                <a:cs typeface="Times New Roman" panose="02020603050405020304" pitchFamily="18" charset="0"/>
              </a:rPr>
              <a:t>Theories of Corporate Governance</a:t>
            </a:r>
          </a:p>
          <a:p>
            <a:pPr>
              <a:buFont typeface="Wingdings" panose="05000000000000000000" pitchFamily="2" charset="2"/>
              <a:buChar char="§"/>
            </a:pPr>
            <a:r>
              <a:rPr lang="en-GB" sz="4000" dirty="0">
                <a:latin typeface="Times New Roman" panose="02020603050405020304" pitchFamily="18" charset="0"/>
                <a:cs typeface="Times New Roman" panose="02020603050405020304" pitchFamily="18" charset="0"/>
              </a:rPr>
              <a:t>Agency Theory</a:t>
            </a:r>
          </a:p>
          <a:p>
            <a:pPr>
              <a:buFont typeface="Wingdings" panose="05000000000000000000" pitchFamily="2" charset="2"/>
              <a:buChar char="§"/>
            </a:pPr>
            <a:r>
              <a:rPr lang="en-GB" sz="4000" dirty="0">
                <a:latin typeface="Times New Roman" panose="02020603050405020304" pitchFamily="18" charset="0"/>
                <a:cs typeface="Times New Roman" panose="02020603050405020304" pitchFamily="18" charset="0"/>
              </a:rPr>
              <a:t>Stakeholder Theory</a:t>
            </a:r>
          </a:p>
          <a:p>
            <a:pPr>
              <a:buFont typeface="Wingdings" panose="05000000000000000000" pitchFamily="2" charset="2"/>
              <a:buChar char="§"/>
            </a:pPr>
            <a:r>
              <a:rPr lang="en-GB" sz="4000" dirty="0">
                <a:latin typeface="Times New Roman" panose="02020603050405020304" pitchFamily="18" charset="0"/>
                <a:cs typeface="Times New Roman" panose="02020603050405020304" pitchFamily="18" charset="0"/>
              </a:rPr>
              <a:t>Stewardship Theory</a:t>
            </a:r>
          </a:p>
          <a:p>
            <a:pPr>
              <a:buFont typeface="Wingdings" panose="05000000000000000000" pitchFamily="2" charset="2"/>
              <a:buChar char="§"/>
            </a:pPr>
            <a:r>
              <a:rPr lang="en-GB" sz="4000" dirty="0">
                <a:latin typeface="Times New Roman" panose="02020603050405020304" pitchFamily="18" charset="0"/>
                <a:cs typeface="Times New Roman" panose="02020603050405020304" pitchFamily="18" charset="0"/>
              </a:rPr>
              <a:t>Shareholder Theory</a:t>
            </a:r>
          </a:p>
          <a:p>
            <a:pPr marL="0" indent="0">
              <a:buNone/>
            </a:pPr>
            <a:endParaRPr lang="en-GB" sz="4000" dirty="0">
              <a:latin typeface="Times New Roman" panose="02020603050405020304" pitchFamily="18" charset="0"/>
              <a:cs typeface="Times New Roman" panose="02020603050405020304" pitchFamily="18" charset="0"/>
            </a:endParaRPr>
          </a:p>
          <a:p>
            <a:pPr marL="514350" indent="-514350">
              <a:buFont typeface="+mj-lt"/>
              <a:buAutoNum type="arabicParenR"/>
            </a:pP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09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725" y="232012"/>
            <a:ext cx="9670473" cy="627798"/>
          </a:xfrm>
        </p:spPr>
        <p:txBody>
          <a:bodyPr>
            <a:normAutofit fontScale="90000"/>
          </a:bodyPr>
          <a:lstStyle/>
          <a:p>
            <a:pPr algn="ctr"/>
            <a:r>
              <a:rPr lang="en-GB" b="1" dirty="0">
                <a:latin typeface="Times New Roman" panose="02020603050405020304" pitchFamily="18" charset="0"/>
                <a:cs typeface="Times New Roman" panose="02020603050405020304" pitchFamily="18" charset="0"/>
              </a:rPr>
              <a:t>The Agency Theory </a:t>
            </a:r>
          </a:p>
        </p:txBody>
      </p:sp>
      <p:sp>
        <p:nvSpPr>
          <p:cNvPr id="3" name="Content Placeholder 2"/>
          <p:cNvSpPr>
            <a:spLocks noGrp="1"/>
          </p:cNvSpPr>
          <p:nvPr>
            <p:ph idx="1"/>
          </p:nvPr>
        </p:nvSpPr>
        <p:spPr>
          <a:xfrm>
            <a:off x="1354364" y="1105468"/>
            <a:ext cx="9272415" cy="5520520"/>
          </a:xfrm>
        </p:spPr>
        <p:txBody>
          <a:bodyPr>
            <a:normAutofit/>
          </a:bodyPr>
          <a:lstStyle/>
          <a:p>
            <a:pPr algn="just"/>
            <a:r>
              <a:rPr lang="en-US" sz="4400" dirty="0">
                <a:latin typeface="Times New Roman" panose="02020603050405020304" pitchFamily="18" charset="0"/>
                <a:cs typeface="Times New Roman" panose="02020603050405020304" pitchFamily="18" charset="0"/>
              </a:rPr>
              <a:t>Agency theory focuses on the relationship between principals (shareholders) and agents (managers or executives). </a:t>
            </a:r>
          </a:p>
          <a:p>
            <a:pPr algn="just"/>
            <a:r>
              <a:rPr lang="en-US" sz="4400" dirty="0">
                <a:latin typeface="Times New Roman" panose="02020603050405020304" pitchFamily="18" charset="0"/>
                <a:cs typeface="Times New Roman" panose="02020603050405020304" pitchFamily="18" charset="0"/>
              </a:rPr>
              <a:t>It assumes that managers may not always act in the best interest of the owners, especially when their goals diverge.</a:t>
            </a:r>
            <a:endParaRPr lang="en-GB"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543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727DC-0AA4-58A9-AF66-6D1B61F65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D6052-BD9A-514D-F20D-0AFE3A3985C9}"/>
              </a:ext>
            </a:extLst>
          </p:cNvPr>
          <p:cNvSpPr>
            <a:spLocks noGrp="1"/>
          </p:cNvSpPr>
          <p:nvPr>
            <p:ph type="title"/>
          </p:nvPr>
        </p:nvSpPr>
        <p:spPr>
          <a:xfrm>
            <a:off x="1454725" y="232012"/>
            <a:ext cx="9670473" cy="627798"/>
          </a:xfrm>
        </p:spPr>
        <p:txBody>
          <a:bodyPr>
            <a:normAutofit fontScale="90000"/>
          </a:bodyPr>
          <a:lstStyle/>
          <a:p>
            <a:pPr algn="ctr"/>
            <a:r>
              <a:rPr lang="en-GB" b="1" dirty="0">
                <a:latin typeface="Times New Roman" panose="02020603050405020304" pitchFamily="18" charset="0"/>
                <a:cs typeface="Times New Roman" panose="02020603050405020304" pitchFamily="18" charset="0"/>
              </a:rPr>
              <a:t>The Agency Theory </a:t>
            </a:r>
          </a:p>
        </p:txBody>
      </p:sp>
      <p:sp>
        <p:nvSpPr>
          <p:cNvPr id="3" name="Content Placeholder 2">
            <a:extLst>
              <a:ext uri="{FF2B5EF4-FFF2-40B4-BE49-F238E27FC236}">
                <a16:creationId xmlns:a16="http://schemas.microsoft.com/office/drawing/2014/main" id="{18A26DAB-B785-326B-20A6-3FD0FCA917E8}"/>
              </a:ext>
            </a:extLst>
          </p:cNvPr>
          <p:cNvSpPr>
            <a:spLocks noGrp="1"/>
          </p:cNvSpPr>
          <p:nvPr>
            <p:ph idx="1"/>
          </p:nvPr>
        </p:nvSpPr>
        <p:spPr>
          <a:xfrm>
            <a:off x="1354364" y="1105468"/>
            <a:ext cx="9272415" cy="5520520"/>
          </a:xfrm>
        </p:spPr>
        <p:txBody>
          <a:bodyPr>
            <a:normAutofit fontScale="85000" lnSpcReduction="10000"/>
          </a:bodyPr>
          <a:lstStyle/>
          <a:p>
            <a:pPr marL="0" indent="0" algn="just">
              <a:buNone/>
            </a:pPr>
            <a:r>
              <a:rPr lang="en-US" sz="4400" dirty="0">
                <a:latin typeface="Times New Roman" panose="02020603050405020304" pitchFamily="18" charset="0"/>
                <a:cs typeface="Times New Roman" panose="02020603050405020304" pitchFamily="18" charset="0"/>
              </a:rPr>
              <a:t>Key Assumptions of this theory:</a:t>
            </a:r>
          </a:p>
          <a:p>
            <a:pPr marL="857250" indent="-857250" algn="just">
              <a:buFont typeface="+mj-lt"/>
              <a:buAutoNum type="romanLcPeriod"/>
            </a:pPr>
            <a:r>
              <a:rPr lang="en-US" sz="4400" dirty="0">
                <a:latin typeface="Times New Roman" panose="02020603050405020304" pitchFamily="18" charset="0"/>
                <a:cs typeface="Times New Roman" panose="02020603050405020304" pitchFamily="18" charset="0"/>
              </a:rPr>
              <a:t>Managers (agents) are self-interested and may pursue personal gain over shareholder value.</a:t>
            </a:r>
          </a:p>
          <a:p>
            <a:pPr marL="857250" indent="-857250" algn="just">
              <a:buFont typeface="+mj-lt"/>
              <a:buAutoNum type="romanLcPeriod"/>
            </a:pPr>
            <a:r>
              <a:rPr lang="en-US" sz="4400" dirty="0">
                <a:latin typeface="Times New Roman" panose="02020603050405020304" pitchFamily="18" charset="0"/>
                <a:cs typeface="Times New Roman" panose="02020603050405020304" pitchFamily="18" charset="0"/>
              </a:rPr>
              <a:t>Shareholders (principals) delegate decision-making authority but seek to align agent </a:t>
            </a:r>
            <a:r>
              <a:rPr lang="en-US" sz="4400" dirty="0" err="1">
                <a:latin typeface="Times New Roman" panose="02020603050405020304" pitchFamily="18" charset="0"/>
                <a:cs typeface="Times New Roman" panose="02020603050405020304" pitchFamily="18" charset="0"/>
              </a:rPr>
              <a:t>behaviour</a:t>
            </a:r>
            <a:r>
              <a:rPr lang="en-US" sz="4400" dirty="0">
                <a:latin typeface="Times New Roman" panose="02020603050405020304" pitchFamily="18" charset="0"/>
                <a:cs typeface="Times New Roman" panose="02020603050405020304" pitchFamily="18" charset="0"/>
              </a:rPr>
              <a:t> with shareholder goals.</a:t>
            </a:r>
          </a:p>
          <a:p>
            <a:pPr marL="857250" indent="-857250" algn="just">
              <a:buFont typeface="+mj-lt"/>
              <a:buAutoNum type="romanLcPeriod"/>
            </a:pPr>
            <a:r>
              <a:rPr lang="en-US" sz="4400" dirty="0">
                <a:latin typeface="Times New Roman" panose="02020603050405020304" pitchFamily="18" charset="0"/>
                <a:cs typeface="Times New Roman" panose="02020603050405020304" pitchFamily="18" charset="0"/>
              </a:rPr>
              <a:t>There is a need for monitoring mechanisms such as performance-based pay, board oversight, and audits to reduce agency costs.</a:t>
            </a:r>
            <a:endParaRPr lang="en-GB"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210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423081"/>
          </a:xfrm>
        </p:spPr>
        <p:txBody>
          <a:bodyPr>
            <a:noAutofit/>
          </a:bodyPr>
          <a:lstStyle/>
          <a:p>
            <a:br>
              <a:rPr lang="en-GB" sz="3600" b="1" dirty="0">
                <a:latin typeface="Times New Roman" panose="02020603050405020304" pitchFamily="18" charset="0"/>
                <a:cs typeface="Times New Roman" panose="02020603050405020304" pitchFamily="18" charset="0"/>
              </a:rPr>
            </a:br>
            <a:r>
              <a:rPr lang="en-GB" sz="3600" b="1" dirty="0">
                <a:latin typeface="Times New Roman" panose="02020603050405020304" pitchFamily="18" charset="0"/>
                <a:cs typeface="Times New Roman" panose="02020603050405020304" pitchFamily="18" charset="0"/>
              </a:rPr>
              <a:t> 			Stakeholder Theory</a:t>
            </a:r>
            <a:br>
              <a:rPr lang="en-GB" sz="1600" b="1" dirty="0">
                <a:latin typeface="Times New Roman" panose="02020603050405020304" pitchFamily="18" charset="0"/>
                <a:cs typeface="Times New Roman" panose="02020603050405020304" pitchFamily="18" charset="0"/>
              </a:rPr>
            </a:br>
            <a:endParaRPr lang="en-GB" sz="3600" dirty="0"/>
          </a:p>
        </p:txBody>
      </p:sp>
      <p:sp>
        <p:nvSpPr>
          <p:cNvPr id="3" name="Content Placeholder 2"/>
          <p:cNvSpPr>
            <a:spLocks noGrp="1"/>
          </p:cNvSpPr>
          <p:nvPr>
            <p:ph idx="1"/>
          </p:nvPr>
        </p:nvSpPr>
        <p:spPr>
          <a:xfrm>
            <a:off x="776216" y="657256"/>
            <a:ext cx="10639567" cy="6434918"/>
          </a:xfrm>
        </p:spPr>
        <p:txBody>
          <a:bodyPr>
            <a:normAutofit fontScale="92500"/>
          </a:bodyPr>
          <a:lstStyle/>
          <a:p>
            <a:pPr marL="0" indent="0" algn="just">
              <a:lnSpc>
                <a:spcPct val="150000"/>
              </a:lnSpc>
              <a:buNone/>
            </a:pPr>
            <a:r>
              <a:rPr lang="en-US" sz="4400" dirty="0">
                <a:latin typeface="Times New Roman" panose="02020603050405020304" pitchFamily="18" charset="0"/>
                <a:cs typeface="Times New Roman" panose="02020603050405020304" pitchFamily="18" charset="0"/>
              </a:rPr>
              <a:t>Stakeholder theory broadens the focus of corporate governance beyond shareholders to include all stakeholders affected by a company’s actions, such as employees, customers, suppliers, local communities, and governments.</a:t>
            </a:r>
            <a:br>
              <a:rPr lang="en-GB" sz="4400" dirty="0">
                <a:latin typeface="Times New Roman" panose="02020603050405020304" pitchFamily="18" charset="0"/>
                <a:cs typeface="Times New Roman" panose="02020603050405020304" pitchFamily="18" charset="0"/>
              </a:rPr>
            </a:br>
            <a:endParaRPr lang="en-GB"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602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6663" y="105817"/>
            <a:ext cx="9539786" cy="713050"/>
          </a:xfrm>
        </p:spPr>
        <p:txBody>
          <a:bodyPr>
            <a:normAutofit/>
          </a:bodyPr>
          <a:lstStyle/>
          <a:p>
            <a:r>
              <a:rPr lang="en-GB" sz="4000" b="1" dirty="0">
                <a:latin typeface="Times New Roman" panose="02020603050405020304" pitchFamily="18" charset="0"/>
                <a:cs typeface="Times New Roman" panose="02020603050405020304" pitchFamily="18" charset="0"/>
              </a:rPr>
              <a:t>Stakeholder Theory</a:t>
            </a:r>
          </a:p>
        </p:txBody>
      </p:sp>
      <p:sp>
        <p:nvSpPr>
          <p:cNvPr id="3" name="Content Placeholder 2"/>
          <p:cNvSpPr>
            <a:spLocks noGrp="1"/>
          </p:cNvSpPr>
          <p:nvPr>
            <p:ph idx="1"/>
          </p:nvPr>
        </p:nvSpPr>
        <p:spPr>
          <a:xfrm>
            <a:off x="1446662" y="941696"/>
            <a:ext cx="10085696" cy="5916304"/>
          </a:xfrm>
        </p:spPr>
        <p:txBody>
          <a:bodyPr>
            <a:normAutofit/>
          </a:bodyPr>
          <a:lstStyle/>
          <a:p>
            <a:pPr marL="0" indent="0" algn="just">
              <a:buNone/>
            </a:pPr>
            <a:r>
              <a:rPr lang="en-US" sz="4000" dirty="0">
                <a:latin typeface="Times New Roman" panose="02020603050405020304" pitchFamily="18" charset="0"/>
                <a:cs typeface="Times New Roman" panose="02020603050405020304" pitchFamily="18" charset="0"/>
              </a:rPr>
              <a:t>Key Assumptions of this theory:</a:t>
            </a:r>
          </a:p>
          <a:p>
            <a:pPr marL="857250" indent="-857250" algn="just">
              <a:buFont typeface="+mj-lt"/>
              <a:buAutoNum type="romanLcPeriod"/>
            </a:pPr>
            <a:r>
              <a:rPr lang="en-US" sz="4000" dirty="0">
                <a:latin typeface="Times New Roman" panose="02020603050405020304" pitchFamily="18" charset="0"/>
                <a:cs typeface="Times New Roman" panose="02020603050405020304" pitchFamily="18" charset="0"/>
              </a:rPr>
              <a:t>A company’s success depends on its ability to create value for all its stakeholders.</a:t>
            </a:r>
          </a:p>
          <a:p>
            <a:pPr marL="857250" indent="-857250" algn="just">
              <a:buFont typeface="+mj-lt"/>
              <a:buAutoNum type="romanLcPeriod"/>
            </a:pPr>
            <a:r>
              <a:rPr lang="en-US" sz="4000" dirty="0">
                <a:latin typeface="Times New Roman" panose="02020603050405020304" pitchFamily="18" charset="0"/>
                <a:cs typeface="Times New Roman" panose="02020603050405020304" pitchFamily="18" charset="0"/>
              </a:rPr>
              <a:t>Ethical obligations exist beyond maximizing shareholder wealth.</a:t>
            </a:r>
          </a:p>
          <a:p>
            <a:pPr marL="857250" indent="-857250" algn="just">
              <a:buFont typeface="+mj-lt"/>
              <a:buAutoNum type="romanLcPeriod"/>
            </a:pPr>
            <a:r>
              <a:rPr lang="en-US" sz="4000" dirty="0">
                <a:latin typeface="Times New Roman" panose="02020603050405020304" pitchFamily="18" charset="0"/>
                <a:cs typeface="Times New Roman" panose="02020603050405020304" pitchFamily="18" charset="0"/>
              </a:rPr>
              <a:t>Companies have a social responsibility and should balance conflicting interests.</a:t>
            </a: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607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232" y="301083"/>
            <a:ext cx="9771799" cy="371854"/>
          </a:xfrm>
        </p:spPr>
        <p:txBody>
          <a:bodyPr>
            <a:normAutofit fontScale="90000"/>
          </a:bodyPr>
          <a:lstStyle/>
          <a:p>
            <a:r>
              <a:rPr lang="en-GB" sz="4000" b="1" dirty="0">
                <a:latin typeface="Times New Roman" panose="02020603050405020304" pitchFamily="18" charset="0"/>
                <a:cs typeface="Times New Roman" panose="02020603050405020304" pitchFamily="18" charset="0"/>
              </a:rPr>
              <a:t>The Stewardship Theory</a:t>
            </a:r>
          </a:p>
        </p:txBody>
      </p:sp>
      <p:sp>
        <p:nvSpPr>
          <p:cNvPr id="3" name="Content Placeholder 2"/>
          <p:cNvSpPr>
            <a:spLocks noGrp="1"/>
          </p:cNvSpPr>
          <p:nvPr>
            <p:ph idx="1"/>
          </p:nvPr>
        </p:nvSpPr>
        <p:spPr>
          <a:xfrm>
            <a:off x="1296535" y="953514"/>
            <a:ext cx="9485195" cy="6339384"/>
          </a:xfrm>
        </p:spPr>
        <p:txBody>
          <a:bodyPr>
            <a:normAutofit/>
          </a:bodyPr>
          <a:lstStyle/>
          <a:p>
            <a:pPr marL="0" indent="0" algn="just">
              <a:lnSpc>
                <a:spcPct val="150000"/>
              </a:lnSpc>
              <a:buNone/>
            </a:pPr>
            <a:r>
              <a:rPr lang="en-US" sz="4000" dirty="0">
                <a:latin typeface="Times New Roman" panose="02020603050405020304" pitchFamily="18" charset="0"/>
                <a:cs typeface="Times New Roman" panose="02020603050405020304" pitchFamily="18" charset="0"/>
              </a:rPr>
              <a:t>In contrast to agency theory, stewardship theory assumes that managers are trustworthy stewards of corporate assets who are naturally motivated to act in the best interests of the shareholders and the company.</a:t>
            </a: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286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8238-F71F-9654-E7AD-2CD1F209F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0ED7E-966A-8C3F-B01E-65B11889934F}"/>
              </a:ext>
            </a:extLst>
          </p:cNvPr>
          <p:cNvSpPr>
            <a:spLocks noGrp="1"/>
          </p:cNvSpPr>
          <p:nvPr>
            <p:ph type="title"/>
          </p:nvPr>
        </p:nvSpPr>
        <p:spPr>
          <a:xfrm>
            <a:off x="1153232" y="301083"/>
            <a:ext cx="9771799" cy="371854"/>
          </a:xfrm>
        </p:spPr>
        <p:txBody>
          <a:bodyPr>
            <a:normAutofit fontScale="90000"/>
          </a:bodyPr>
          <a:lstStyle/>
          <a:p>
            <a:r>
              <a:rPr lang="en-GB" sz="4000" b="1" dirty="0">
                <a:latin typeface="Times New Roman" panose="02020603050405020304" pitchFamily="18" charset="0"/>
                <a:cs typeface="Times New Roman" panose="02020603050405020304" pitchFamily="18" charset="0"/>
              </a:rPr>
              <a:t>The Stewardship Theory</a:t>
            </a:r>
          </a:p>
        </p:txBody>
      </p:sp>
      <p:sp>
        <p:nvSpPr>
          <p:cNvPr id="3" name="Content Placeholder 2">
            <a:extLst>
              <a:ext uri="{FF2B5EF4-FFF2-40B4-BE49-F238E27FC236}">
                <a16:creationId xmlns:a16="http://schemas.microsoft.com/office/drawing/2014/main" id="{266FE8AC-B668-2C6C-5B4A-1674121821F8}"/>
              </a:ext>
            </a:extLst>
          </p:cNvPr>
          <p:cNvSpPr>
            <a:spLocks noGrp="1"/>
          </p:cNvSpPr>
          <p:nvPr>
            <p:ph idx="1"/>
          </p:nvPr>
        </p:nvSpPr>
        <p:spPr>
          <a:xfrm>
            <a:off x="1153232" y="518616"/>
            <a:ext cx="9485195" cy="6339384"/>
          </a:xfrm>
        </p:spPr>
        <p:txBody>
          <a:bodyPr>
            <a:normAutofit fontScale="92500"/>
          </a:bodyPr>
          <a:lstStyle/>
          <a:p>
            <a:pPr marL="0" indent="0" algn="just">
              <a:lnSpc>
                <a:spcPct val="150000"/>
              </a:lnSpc>
              <a:buNone/>
            </a:pPr>
            <a:r>
              <a:rPr lang="en-US" sz="4000" dirty="0">
                <a:latin typeface="Times New Roman" panose="02020603050405020304" pitchFamily="18" charset="0"/>
                <a:cs typeface="Times New Roman" panose="02020603050405020304" pitchFamily="18" charset="0"/>
              </a:rPr>
              <a:t>Key Assumptions of this theory</a:t>
            </a:r>
          </a:p>
          <a:p>
            <a:pPr algn="just">
              <a:lnSpc>
                <a:spcPct val="150000"/>
              </a:lnSpc>
            </a:pPr>
            <a:r>
              <a:rPr lang="en-US" sz="4000" dirty="0">
                <a:latin typeface="Times New Roman" panose="02020603050405020304" pitchFamily="18" charset="0"/>
                <a:cs typeface="Times New Roman" panose="02020603050405020304" pitchFamily="18" charset="0"/>
              </a:rPr>
              <a:t>Managers are intrinsically motivated by duty, loyalty, and performance, not just personal gain.</a:t>
            </a:r>
          </a:p>
          <a:p>
            <a:pPr algn="just">
              <a:lnSpc>
                <a:spcPct val="150000"/>
              </a:lnSpc>
            </a:pPr>
            <a:r>
              <a:rPr lang="en-US" sz="4000" dirty="0">
                <a:latin typeface="Times New Roman" panose="02020603050405020304" pitchFamily="18" charset="0"/>
                <a:cs typeface="Times New Roman" panose="02020603050405020304" pitchFamily="18" charset="0"/>
              </a:rPr>
              <a:t>There is no conflict of interest between shareholders and managers.</a:t>
            </a:r>
          </a:p>
          <a:p>
            <a:pPr algn="just">
              <a:lnSpc>
                <a:spcPct val="150000"/>
              </a:lnSpc>
            </a:pPr>
            <a:r>
              <a:rPr lang="en-US" sz="4000" dirty="0">
                <a:latin typeface="Times New Roman" panose="02020603050405020304" pitchFamily="18" charset="0"/>
                <a:cs typeface="Times New Roman" panose="02020603050405020304" pitchFamily="18" charset="0"/>
              </a:rPr>
              <a:t>Empowering managers leads to better results than strict controls and supervision.</a:t>
            </a: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753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375" y="0"/>
            <a:ext cx="8796270" cy="678873"/>
          </a:xfrm>
        </p:spPr>
        <p:txBody>
          <a:bodyPr>
            <a:normAutofit/>
          </a:bodyPr>
          <a:lstStyle/>
          <a:p>
            <a:r>
              <a:rPr lang="en-GB" sz="4000" b="1" dirty="0">
                <a:latin typeface="Times New Roman" panose="02020603050405020304" pitchFamily="18" charset="0"/>
                <a:cs typeface="Times New Roman" panose="02020603050405020304" pitchFamily="18" charset="0"/>
              </a:rPr>
              <a:t>Shareholder Theory</a:t>
            </a:r>
          </a:p>
        </p:txBody>
      </p:sp>
      <p:sp>
        <p:nvSpPr>
          <p:cNvPr id="3" name="Content Placeholder 2"/>
          <p:cNvSpPr>
            <a:spLocks noGrp="1"/>
          </p:cNvSpPr>
          <p:nvPr>
            <p:ph idx="1"/>
          </p:nvPr>
        </p:nvSpPr>
        <p:spPr>
          <a:xfrm>
            <a:off x="789709" y="678873"/>
            <a:ext cx="10917381" cy="6179127"/>
          </a:xfrm>
        </p:spPr>
        <p:txBody>
          <a:bodyPr>
            <a:noAutofit/>
          </a:bodyPr>
          <a:lstStyle/>
          <a:p>
            <a:pPr marL="0" indent="0" algn="just">
              <a:lnSpc>
                <a:spcPct val="150000"/>
              </a:lnSpc>
              <a:buNone/>
            </a:pPr>
            <a:r>
              <a:rPr lang="en-US" sz="3600" dirty="0">
                <a:latin typeface="Times New Roman" panose="02020603050405020304" pitchFamily="18" charset="0"/>
                <a:cs typeface="Times New Roman" panose="02020603050405020304" pitchFamily="18" charset="0"/>
              </a:rPr>
              <a:t>This theory, often associated with economist Milton Friedman, holds that a company’s primary responsibility is to its shareholders, and its main goal is to maximize shareholder wealth.</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284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DFFB-B157-4E7F-B7C4-1137EAC65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85738-1AE3-B741-D2F5-F2BCECA4AB9B}"/>
              </a:ext>
            </a:extLst>
          </p:cNvPr>
          <p:cNvSpPr>
            <a:spLocks noGrp="1"/>
          </p:cNvSpPr>
          <p:nvPr>
            <p:ph type="title"/>
          </p:nvPr>
        </p:nvSpPr>
        <p:spPr>
          <a:xfrm>
            <a:off x="1661375" y="0"/>
            <a:ext cx="8796270" cy="678873"/>
          </a:xfrm>
        </p:spPr>
        <p:txBody>
          <a:bodyPr>
            <a:normAutofit/>
          </a:bodyPr>
          <a:lstStyle/>
          <a:p>
            <a:r>
              <a:rPr lang="en-GB" sz="4000" b="1" dirty="0">
                <a:latin typeface="Times New Roman" panose="02020603050405020304" pitchFamily="18" charset="0"/>
                <a:cs typeface="Times New Roman" panose="02020603050405020304" pitchFamily="18" charset="0"/>
              </a:rPr>
              <a:t>Shareholder Theory</a:t>
            </a:r>
          </a:p>
        </p:txBody>
      </p:sp>
      <p:sp>
        <p:nvSpPr>
          <p:cNvPr id="3" name="Content Placeholder 2">
            <a:extLst>
              <a:ext uri="{FF2B5EF4-FFF2-40B4-BE49-F238E27FC236}">
                <a16:creationId xmlns:a16="http://schemas.microsoft.com/office/drawing/2014/main" id="{A63D0027-6E0C-E3F2-8C64-A33F51F0648C}"/>
              </a:ext>
            </a:extLst>
          </p:cNvPr>
          <p:cNvSpPr>
            <a:spLocks noGrp="1"/>
          </p:cNvSpPr>
          <p:nvPr>
            <p:ph idx="1"/>
          </p:nvPr>
        </p:nvSpPr>
        <p:spPr>
          <a:xfrm>
            <a:off x="789709" y="678873"/>
            <a:ext cx="10917381" cy="6179127"/>
          </a:xfrm>
        </p:spPr>
        <p:txBody>
          <a:bodyPr>
            <a:noAutofit/>
          </a:bodyPr>
          <a:lstStyle/>
          <a:p>
            <a:pPr marL="0" indent="0" algn="just">
              <a:lnSpc>
                <a:spcPct val="150000"/>
              </a:lnSpc>
              <a:buNone/>
            </a:pPr>
            <a:r>
              <a:rPr lang="en-US" sz="3600" dirty="0">
                <a:latin typeface="Times New Roman" panose="02020603050405020304" pitchFamily="18" charset="0"/>
                <a:cs typeface="Times New Roman" panose="02020603050405020304" pitchFamily="18" charset="0"/>
              </a:rPr>
              <a:t>Key Assumptions</a:t>
            </a:r>
          </a:p>
          <a:p>
            <a:pPr algn="just">
              <a:lnSpc>
                <a:spcPct val="150000"/>
              </a:lnSpc>
            </a:pPr>
            <a:r>
              <a:rPr lang="en-GB" sz="3600" dirty="0">
                <a:latin typeface="Times New Roman" panose="02020603050405020304" pitchFamily="18" charset="0"/>
                <a:cs typeface="Times New Roman" panose="02020603050405020304" pitchFamily="18" charset="0"/>
              </a:rPr>
              <a:t>Sole purpose of business is to generate profit for its owners.</a:t>
            </a:r>
          </a:p>
          <a:p>
            <a:pPr algn="just">
              <a:lnSpc>
                <a:spcPct val="150000"/>
              </a:lnSpc>
            </a:pPr>
            <a:r>
              <a:rPr lang="en-GB" sz="3600" dirty="0">
                <a:latin typeface="Times New Roman" panose="02020603050405020304" pitchFamily="18" charset="0"/>
                <a:cs typeface="Times New Roman" panose="02020603050405020304" pitchFamily="18" charset="0"/>
              </a:rPr>
              <a:t>Social issues should be addressed by Government and NGOs not companies</a:t>
            </a:r>
          </a:p>
          <a:p>
            <a:pPr algn="just">
              <a:lnSpc>
                <a:spcPct val="150000"/>
              </a:lnSpc>
            </a:pPr>
            <a:r>
              <a:rPr lang="en-GB" sz="3600" dirty="0">
                <a:latin typeface="Times New Roman" panose="02020603050405020304" pitchFamily="18" charset="0"/>
                <a:cs typeface="Times New Roman" panose="02020603050405020304" pitchFamily="18" charset="0"/>
              </a:rPr>
              <a:t>Accountability is to shareholders only.</a:t>
            </a:r>
          </a:p>
        </p:txBody>
      </p:sp>
    </p:spTree>
    <p:extLst>
      <p:ext uri="{BB962C8B-B14F-4D97-AF65-F5344CB8AC3E}">
        <p14:creationId xmlns:p14="http://schemas.microsoft.com/office/powerpoint/2010/main" val="323674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3648" y="164403"/>
            <a:ext cx="9105364" cy="1325563"/>
          </a:xfrm>
        </p:spPr>
        <p:txBody>
          <a:bodyPr>
            <a:noAutofit/>
          </a:bodyPr>
          <a:lstStyle/>
          <a:p>
            <a:r>
              <a:rPr lang="en-GB" sz="4000" b="1" dirty="0">
                <a:latin typeface="Times New Roman" panose="02020603050405020304" pitchFamily="18" charset="0"/>
                <a:cs typeface="Times New Roman" panose="02020603050405020304" pitchFamily="18" charset="0"/>
              </a:rPr>
              <a:t>Directorship</a:t>
            </a:r>
          </a:p>
        </p:txBody>
      </p:sp>
      <p:sp>
        <p:nvSpPr>
          <p:cNvPr id="3" name="Content Placeholder 2"/>
          <p:cNvSpPr>
            <a:spLocks noGrp="1"/>
          </p:cNvSpPr>
          <p:nvPr>
            <p:ph idx="1"/>
          </p:nvPr>
        </p:nvSpPr>
        <p:spPr>
          <a:xfrm>
            <a:off x="1253648" y="1325564"/>
            <a:ext cx="9105363" cy="5167311"/>
          </a:xfrm>
        </p:spPr>
        <p:txBody>
          <a:bodyPr>
            <a:normAutofit fontScale="62500" lnSpcReduction="20000"/>
          </a:bodyPr>
          <a:lstStyle/>
          <a:p>
            <a:pPr marL="0" indent="0" algn="just">
              <a:buNone/>
            </a:pPr>
            <a:r>
              <a:rPr lang="en-US" sz="4000" dirty="0">
                <a:latin typeface="Times New Roman" panose="02020603050405020304" pitchFamily="18" charset="0"/>
                <a:cs typeface="Times New Roman" panose="02020603050405020304" pitchFamily="18" charset="0"/>
              </a:rPr>
              <a:t>Directors are persons who are duly appointed by the company to direct and manage the affairs of the company.</a:t>
            </a:r>
          </a:p>
          <a:p>
            <a:pPr marL="0" indent="0" algn="just">
              <a:buNone/>
            </a:pPr>
            <a:r>
              <a:rPr lang="en-US" sz="4000" dirty="0">
                <a:latin typeface="Times New Roman" panose="02020603050405020304" pitchFamily="18" charset="0"/>
                <a:cs typeface="Times New Roman" panose="02020603050405020304" pitchFamily="18" charset="0"/>
              </a:rPr>
              <a:t>S.269 CAMA</a:t>
            </a:r>
            <a:endParaRPr lang="en-GB" sz="4000" b="1" dirty="0">
              <a:latin typeface="Times New Roman" panose="02020603050405020304" pitchFamily="18" charset="0"/>
              <a:cs typeface="Times New Roman" panose="02020603050405020304" pitchFamily="18" charset="0"/>
            </a:endParaRPr>
          </a:p>
          <a:p>
            <a:pPr marL="0" indent="0" algn="just">
              <a:buNone/>
            </a:pPr>
            <a:r>
              <a:rPr lang="en-GB" sz="4000" b="1" dirty="0">
                <a:latin typeface="Times New Roman" panose="02020603050405020304" pitchFamily="18" charset="0"/>
                <a:cs typeface="Times New Roman" panose="02020603050405020304" pitchFamily="18" charset="0"/>
              </a:rPr>
              <a:t>Types of Directors</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Managing Director - </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Chairman</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Executive Director</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Non-Executive Director</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Independent Director – S275</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Shadow Director – S 270 </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Alternate Director</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Nominee Director</a:t>
            </a:r>
          </a:p>
          <a:p>
            <a:pPr marL="742950" indent="-742950" algn="just">
              <a:buAutoNum type="arabicPeriod"/>
            </a:pPr>
            <a:r>
              <a:rPr lang="en-GB" sz="4000" dirty="0">
                <a:latin typeface="Times New Roman" panose="02020603050405020304" pitchFamily="18" charset="0"/>
                <a:cs typeface="Times New Roman" panose="02020603050405020304" pitchFamily="18" charset="0"/>
              </a:rPr>
              <a:t>Life Director</a:t>
            </a:r>
          </a:p>
          <a:p>
            <a:pPr marL="742950" indent="-742950" algn="just">
              <a:buAutoNum type="arabicPeriod"/>
            </a:pPr>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676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NUMBER OF DIRECTORS. S. 271 CAMA</a:t>
            </a:r>
          </a:p>
        </p:txBody>
      </p:sp>
      <p:sp>
        <p:nvSpPr>
          <p:cNvPr id="3" name="Content Placeholder 2"/>
          <p:cNvSpPr>
            <a:spLocks noGrp="1"/>
          </p:cNvSpPr>
          <p:nvPr>
            <p:ph idx="1"/>
          </p:nvPr>
        </p:nvSpPr>
        <p:spPr/>
        <p:txBody>
          <a:bodyPr>
            <a:normAutofit/>
          </a:bodyPr>
          <a:lstStyle/>
          <a:p>
            <a:r>
              <a:rPr lang="en-US" dirty="0"/>
              <a:t>Minimum number: 2</a:t>
            </a:r>
          </a:p>
          <a:p>
            <a:r>
              <a:rPr lang="en-US" dirty="0"/>
              <a:t>Maximum as stated in the articles of the company.</a:t>
            </a:r>
          </a:p>
          <a:p>
            <a:r>
              <a:rPr lang="en-US" dirty="0"/>
              <a:t>Exception= Small Companies</a:t>
            </a:r>
          </a:p>
          <a:p>
            <a:r>
              <a:rPr lang="en-US" dirty="0"/>
              <a:t>Every Director or member who is aware that the company carries on business </a:t>
            </a:r>
            <a:r>
              <a:rPr lang="en-US" b="1" dirty="0">
                <a:solidFill>
                  <a:srgbClr val="FF0000"/>
                </a:solidFill>
              </a:rPr>
              <a:t>with less than 2 Directors</a:t>
            </a:r>
            <a:r>
              <a:rPr lang="en-US" dirty="0"/>
              <a:t> </a:t>
            </a:r>
            <a:r>
              <a:rPr lang="en-US" b="1" dirty="0">
                <a:solidFill>
                  <a:srgbClr val="00B050"/>
                </a:solidFill>
              </a:rPr>
              <a:t>after 60 days </a:t>
            </a:r>
            <a:r>
              <a:rPr lang="en-US" dirty="0"/>
              <a:t>when the number has </a:t>
            </a:r>
            <a:r>
              <a:rPr lang="en-US" b="1" dirty="0">
                <a:solidFill>
                  <a:srgbClr val="FF0000"/>
                </a:solidFill>
              </a:rPr>
              <a:t>fallen below 2 will </a:t>
            </a:r>
            <a:r>
              <a:rPr lang="en-US" dirty="0"/>
              <a:t>be held liable for all the liabilities incurred by the company  during the period when the company so carried on business.</a:t>
            </a:r>
          </a:p>
          <a:p>
            <a:endParaRPr lang="en-US" dirty="0"/>
          </a:p>
        </p:txBody>
      </p:sp>
    </p:spTree>
    <p:extLst>
      <p:ext uri="{BB962C8B-B14F-4D97-AF65-F5344CB8AC3E}">
        <p14:creationId xmlns:p14="http://schemas.microsoft.com/office/powerpoint/2010/main" val="92559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DISQUALIFICATION OF A DIRECTOR. S. 279, 280, 281 and 283 CAMA</a:t>
            </a:r>
          </a:p>
        </p:txBody>
      </p:sp>
      <p:sp>
        <p:nvSpPr>
          <p:cNvPr id="3" name="Content Placeholder 2"/>
          <p:cNvSpPr>
            <a:spLocks noGrp="1"/>
          </p:cNvSpPr>
          <p:nvPr>
            <p:ph idx="1"/>
          </p:nvPr>
        </p:nvSpPr>
        <p:spPr/>
        <p:txBody>
          <a:bodyPr>
            <a:noAutofit/>
          </a:bodyPr>
          <a:lstStyle/>
          <a:p>
            <a:pPr marL="0" indent="0">
              <a:buNone/>
            </a:pPr>
            <a:r>
              <a:rPr lang="en-US" sz="3600" dirty="0"/>
              <a:t>The following persons are disqualified from being directors of a company in Nigeria:</a:t>
            </a:r>
          </a:p>
          <a:p>
            <a:pPr marL="514350" indent="-514350">
              <a:buAutoNum type="arabicPeriod"/>
            </a:pPr>
            <a:r>
              <a:rPr lang="en-US" sz="3600" dirty="0"/>
              <a:t>Infant</a:t>
            </a:r>
          </a:p>
          <a:p>
            <a:pPr marL="514350" indent="-514350">
              <a:buAutoNum type="arabicPeriod"/>
            </a:pPr>
            <a:r>
              <a:rPr lang="en-US" sz="3600" dirty="0"/>
              <a:t>Lunatic or persons of unsound mind</a:t>
            </a:r>
          </a:p>
          <a:p>
            <a:pPr marL="514350" indent="-514350">
              <a:buAutoNum type="arabicPeriod"/>
            </a:pPr>
            <a:r>
              <a:rPr lang="en-US" sz="3600" dirty="0"/>
              <a:t>Corporate body other than its representative so appointed.</a:t>
            </a:r>
          </a:p>
          <a:p>
            <a:pPr marL="514350" indent="-514350">
              <a:buAutoNum type="arabicPeriod"/>
            </a:pPr>
            <a:r>
              <a:rPr lang="en-US" sz="3600" dirty="0"/>
              <a:t>Undischarged Bankrupt Persons</a:t>
            </a:r>
          </a:p>
          <a:p>
            <a:pPr marL="514350" indent="-514350">
              <a:buAutoNum type="arabicPeriod"/>
            </a:pPr>
            <a:r>
              <a:rPr lang="en-US" sz="3600" dirty="0"/>
              <a:t>Fraudulent Promoters banned for 10 years.</a:t>
            </a:r>
          </a:p>
        </p:txBody>
      </p:sp>
    </p:spTree>
    <p:extLst>
      <p:ext uri="{BB962C8B-B14F-4D97-AF65-F5344CB8AC3E}">
        <p14:creationId xmlns:p14="http://schemas.microsoft.com/office/powerpoint/2010/main" val="3449751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9C42D-68A1-49C7-8ABC-4096852F6107}"/>
              </a:ext>
            </a:extLst>
          </p:cNvPr>
          <p:cNvSpPr>
            <a:spLocks noGrp="1"/>
          </p:cNvSpPr>
          <p:nvPr>
            <p:ph type="title"/>
          </p:nvPr>
        </p:nvSpPr>
        <p:spPr/>
        <p:txBody>
          <a:bodyPr/>
          <a:lstStyle/>
          <a:p>
            <a:r>
              <a:rPr lang="en-GB" b="1" dirty="0"/>
              <a:t>CONTINUATION</a:t>
            </a:r>
            <a:endParaRPr lang="en-NG" b="1" dirty="0"/>
          </a:p>
        </p:txBody>
      </p:sp>
      <p:sp>
        <p:nvSpPr>
          <p:cNvPr id="3" name="Content Placeholder 2">
            <a:extLst>
              <a:ext uri="{FF2B5EF4-FFF2-40B4-BE49-F238E27FC236}">
                <a16:creationId xmlns:a16="http://schemas.microsoft.com/office/drawing/2014/main" id="{92C25E20-5FB0-4128-AA3D-4B72FE5383A8}"/>
              </a:ext>
            </a:extLst>
          </p:cNvPr>
          <p:cNvSpPr>
            <a:spLocks noGrp="1"/>
          </p:cNvSpPr>
          <p:nvPr>
            <p:ph idx="1"/>
          </p:nvPr>
        </p:nvSpPr>
        <p:spPr/>
        <p:txBody>
          <a:bodyPr>
            <a:normAutofit/>
          </a:bodyPr>
          <a:lstStyle/>
          <a:p>
            <a:r>
              <a:rPr lang="en-GB" sz="4400" dirty="0"/>
              <a:t>The ban of the promoters must be on the basis of fraud, misconduct or unethical conduct by the provisions of the Business Facilitations Act.</a:t>
            </a:r>
            <a:endParaRPr lang="en-NG" sz="4400" dirty="0"/>
          </a:p>
        </p:txBody>
      </p:sp>
    </p:spTree>
    <p:extLst>
      <p:ext uri="{BB962C8B-B14F-4D97-AF65-F5344CB8AC3E}">
        <p14:creationId xmlns:p14="http://schemas.microsoft.com/office/powerpoint/2010/main" val="3406002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331" y="0"/>
            <a:ext cx="11468669" cy="600501"/>
          </a:xfrm>
        </p:spPr>
        <p:txBody>
          <a:bodyPr>
            <a:noAutofit/>
          </a:bodyPr>
          <a:lstStyle/>
          <a:p>
            <a:r>
              <a:rPr lang="en-GB" sz="4000" b="1" dirty="0">
                <a:latin typeface="Times New Roman" panose="02020603050405020304" pitchFamily="18" charset="0"/>
                <a:cs typeface="Times New Roman" panose="02020603050405020304" pitchFamily="18" charset="0"/>
              </a:rPr>
              <a:t>Appointment of Directors </a:t>
            </a:r>
          </a:p>
        </p:txBody>
      </p:sp>
      <p:sp>
        <p:nvSpPr>
          <p:cNvPr id="3" name="Content Placeholder 2"/>
          <p:cNvSpPr>
            <a:spLocks noGrp="1"/>
          </p:cNvSpPr>
          <p:nvPr>
            <p:ph idx="1"/>
          </p:nvPr>
        </p:nvSpPr>
        <p:spPr>
          <a:xfrm>
            <a:off x="581891" y="600501"/>
            <a:ext cx="11042073" cy="6257498"/>
          </a:xfrm>
        </p:spPr>
        <p:txBody>
          <a:bodyPr>
            <a:normAutofit fontScale="92500" lnSpcReduction="20000"/>
          </a:bodyPr>
          <a:lstStyle/>
          <a:p>
            <a:pPr marL="514350" indent="-514350">
              <a:buAutoNum type="arabicPeriod"/>
            </a:pPr>
            <a:r>
              <a:rPr lang="en-GB" b="1" dirty="0">
                <a:latin typeface="Times New Roman" panose="02020603050405020304" pitchFamily="18" charset="0"/>
                <a:cs typeface="Times New Roman" panose="02020603050405020304" pitchFamily="18" charset="0"/>
              </a:rPr>
              <a:t>First Directors</a:t>
            </a:r>
          </a:p>
          <a:p>
            <a:pPr marL="0" indent="0">
              <a:buNone/>
            </a:pPr>
            <a:r>
              <a:rPr lang="en-GB" dirty="0">
                <a:latin typeface="Times New Roman" panose="02020603050405020304" pitchFamily="18" charset="0"/>
                <a:cs typeface="Times New Roman" panose="02020603050405020304" pitchFamily="18" charset="0"/>
              </a:rPr>
              <a:t>Appointed by the subscribers to the memorandum or the directors may be named in the articles of the company – </a:t>
            </a:r>
            <a:r>
              <a:rPr lang="en-GB" b="1" dirty="0">
                <a:latin typeface="Times New Roman" panose="02020603050405020304" pitchFamily="18" charset="0"/>
                <a:cs typeface="Times New Roman" panose="02020603050405020304" pitchFamily="18" charset="0"/>
              </a:rPr>
              <a:t>S 272 CAMA</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2. </a:t>
            </a:r>
            <a:r>
              <a:rPr lang="en-GB" b="1" dirty="0">
                <a:latin typeface="Times New Roman" panose="02020603050405020304" pitchFamily="18" charset="0"/>
                <a:cs typeface="Times New Roman" panose="02020603050405020304" pitchFamily="18" charset="0"/>
              </a:rPr>
              <a:t>Subsequent Directors</a:t>
            </a:r>
          </a:p>
          <a:p>
            <a:r>
              <a:rPr lang="en-GB" dirty="0">
                <a:latin typeface="Times New Roman" panose="02020603050405020304" pitchFamily="18" charset="0"/>
                <a:cs typeface="Times New Roman" panose="02020603050405020304" pitchFamily="18" charset="0"/>
              </a:rPr>
              <a:t>Members at the AGM may re-elect or reject directors and appoint new ones</a:t>
            </a:r>
          </a:p>
          <a:p>
            <a:r>
              <a:rPr lang="en-GB" dirty="0">
                <a:latin typeface="Times New Roman" panose="02020603050405020304" pitchFamily="18" charset="0"/>
                <a:cs typeface="Times New Roman" panose="02020603050405020304" pitchFamily="18" charset="0"/>
              </a:rPr>
              <a:t>In the event of all the directors and shareholders dying, the personal representatives can apply to court to convene the meeting of personal representatives of the shareholder entitled to attend and vote at a general meeting to appoint new directors, and if they fail to do so, the creditors may appoint. </a:t>
            </a:r>
            <a:r>
              <a:rPr lang="en-GB" b="1" dirty="0">
                <a:latin typeface="Times New Roman" panose="02020603050405020304" pitchFamily="18" charset="0"/>
                <a:cs typeface="Times New Roman" panose="02020603050405020304" pitchFamily="18" charset="0"/>
              </a:rPr>
              <a:t>S 273 CAMA</a:t>
            </a:r>
          </a:p>
          <a:p>
            <a:r>
              <a:rPr lang="en-GB" dirty="0">
                <a:latin typeface="Times New Roman" panose="02020603050405020304" pitchFamily="18" charset="0"/>
                <a:cs typeface="Times New Roman" panose="02020603050405020304" pitchFamily="18" charset="0"/>
              </a:rPr>
              <a:t>The Board may appoint new directors in the event of casual vacancy arising out of death, resignation, retirement or removal of a director and the appointed director ay be approved by the general meeting at the next AGM and if not approve, such a person would immediately cease to be a director. </a:t>
            </a:r>
            <a:r>
              <a:rPr lang="en-GB" b="1" dirty="0">
                <a:latin typeface="Times New Roman" panose="02020603050405020304" pitchFamily="18" charset="0"/>
                <a:cs typeface="Times New Roman" panose="02020603050405020304" pitchFamily="18" charset="0"/>
              </a:rPr>
              <a:t>S 274 CAMA</a:t>
            </a:r>
          </a:p>
          <a:p>
            <a:endParaRPr lang="en-GB" dirty="0">
              <a:latin typeface="Times New Roman" panose="02020603050405020304" pitchFamily="18" charset="0"/>
              <a:cs typeface="Times New Roman" panose="02020603050405020304" pitchFamily="18" charset="0"/>
            </a:endParaRPr>
          </a:p>
          <a:p>
            <a:pPr marL="0" indent="0">
              <a:buNone/>
            </a:pPr>
            <a:r>
              <a:rPr lang="en-GB"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604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 OF DIRECTOR</a:t>
            </a:r>
          </a:p>
        </p:txBody>
      </p:sp>
      <p:sp>
        <p:nvSpPr>
          <p:cNvPr id="3" name="Content Placeholder 2"/>
          <p:cNvSpPr>
            <a:spLocks noGrp="1"/>
          </p:cNvSpPr>
          <p:nvPr>
            <p:ph idx="1"/>
          </p:nvPr>
        </p:nvSpPr>
        <p:spPr/>
        <p:txBody>
          <a:bodyPr>
            <a:noAutofit/>
          </a:bodyPr>
          <a:lstStyle/>
          <a:p>
            <a:r>
              <a:rPr lang="en-US" sz="3600" dirty="0"/>
              <a:t>A person must be above the age of 18 years to be appointed a Director of a Nigerian Company.</a:t>
            </a:r>
          </a:p>
          <a:p>
            <a:r>
              <a:rPr lang="en-US" sz="3600" dirty="0"/>
              <a:t>For Private companies there is no age restriction for over aged Directors.</a:t>
            </a:r>
          </a:p>
          <a:p>
            <a:r>
              <a:rPr lang="en-US" sz="3600" dirty="0"/>
              <a:t>However, for Public Companies, for a person above 70 years to be appointed the following conditions must be fulfilled.</a:t>
            </a:r>
          </a:p>
        </p:txBody>
      </p:sp>
    </p:spTree>
    <p:extLst>
      <p:ext uri="{BB962C8B-B14F-4D97-AF65-F5344CB8AC3E}">
        <p14:creationId xmlns:p14="http://schemas.microsoft.com/office/powerpoint/2010/main" val="1733888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lstStyle/>
          <a:p>
            <a:pPr marL="514350" indent="-514350">
              <a:buAutoNum type="arabicPeriod"/>
            </a:pPr>
            <a:r>
              <a:rPr lang="en-US" dirty="0"/>
              <a:t>Special Notice of the Resolution for the over aged director must be given to the company.</a:t>
            </a:r>
          </a:p>
          <a:p>
            <a:pPr marL="514350" indent="-514350">
              <a:buAutoNum type="arabicPeriod"/>
            </a:pPr>
            <a:r>
              <a:rPr lang="en-US" dirty="0"/>
              <a:t>The notice must state the exact age of the Director.</a:t>
            </a:r>
          </a:p>
          <a:p>
            <a:pPr marL="514350" indent="-514350">
              <a:buAutoNum type="arabicPeriod"/>
            </a:pPr>
            <a:r>
              <a:rPr lang="en-US" dirty="0"/>
              <a:t>The person being proposed as the director must disclose his age to the members at General Meeting.</a:t>
            </a:r>
          </a:p>
        </p:txBody>
      </p:sp>
    </p:spTree>
    <p:extLst>
      <p:ext uri="{BB962C8B-B14F-4D97-AF65-F5344CB8AC3E}">
        <p14:creationId xmlns:p14="http://schemas.microsoft.com/office/powerpoint/2010/main" val="2424424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DUTIES </a:t>
            </a:r>
            <a:r>
              <a:rPr lang="en-US" b="1"/>
              <a:t>OF DIRECTORS S 305,306,308</a:t>
            </a:r>
            <a:endParaRPr lang="en-US" b="1" dirty="0"/>
          </a:p>
        </p:txBody>
      </p:sp>
      <p:sp>
        <p:nvSpPr>
          <p:cNvPr id="3" name="Content Placeholder 2"/>
          <p:cNvSpPr>
            <a:spLocks noGrp="1"/>
          </p:cNvSpPr>
          <p:nvPr>
            <p:ph idx="1"/>
          </p:nvPr>
        </p:nvSpPr>
        <p:spPr/>
        <p:txBody>
          <a:bodyPr>
            <a:normAutofit/>
          </a:bodyPr>
          <a:lstStyle/>
          <a:p>
            <a:pPr marL="514350" indent="-514350">
              <a:buAutoNum type="arabicPeriod"/>
            </a:pPr>
            <a:r>
              <a:rPr lang="en-US" dirty="0"/>
              <a:t>Duty to act in good faith</a:t>
            </a:r>
          </a:p>
          <a:p>
            <a:pPr marL="514350" indent="-514350">
              <a:buAutoNum type="arabicPeriod"/>
            </a:pPr>
            <a:r>
              <a:rPr lang="en-US" dirty="0"/>
              <a:t>Duty of care and skill</a:t>
            </a:r>
          </a:p>
          <a:p>
            <a:pPr marL="514350" indent="-514350">
              <a:buAutoNum type="arabicPeriod"/>
            </a:pPr>
            <a:r>
              <a:rPr lang="en-US" dirty="0"/>
              <a:t>Duty to disclose personal interest to the company</a:t>
            </a:r>
          </a:p>
          <a:p>
            <a:pPr marL="514350" indent="-514350">
              <a:buAutoNum type="arabicPeriod"/>
            </a:pPr>
            <a:r>
              <a:rPr lang="en-US" dirty="0"/>
              <a:t>Duty to avoid conflict of interest</a:t>
            </a:r>
          </a:p>
          <a:p>
            <a:pPr marL="514350" indent="-514350">
              <a:buAutoNum type="arabicPeriod"/>
            </a:pPr>
            <a:r>
              <a:rPr lang="en-US" dirty="0"/>
              <a:t>Duty not to make secret profit</a:t>
            </a:r>
          </a:p>
          <a:p>
            <a:pPr marL="514350" indent="-514350">
              <a:buAutoNum type="arabicPeriod"/>
            </a:pPr>
            <a:r>
              <a:rPr lang="en-US" dirty="0"/>
              <a:t>Duty to keep account books for the company.</a:t>
            </a:r>
          </a:p>
          <a:p>
            <a:pPr marL="514350" indent="-514350">
              <a:buAutoNum type="arabicPeriod"/>
            </a:pPr>
            <a:r>
              <a:rPr lang="en-US" dirty="0"/>
              <a:t>Duty to exercise accountability to shareholders and relevant stakeholders.</a:t>
            </a:r>
          </a:p>
        </p:txBody>
      </p:sp>
    </p:spTree>
    <p:extLst>
      <p:ext uri="{BB962C8B-B14F-4D97-AF65-F5344CB8AC3E}">
        <p14:creationId xmlns:p14="http://schemas.microsoft.com/office/powerpoint/2010/main" val="429037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VACATION OF OFFICE OF DIRECTORS S284 CAMA</a:t>
            </a:r>
          </a:p>
        </p:txBody>
      </p:sp>
      <p:sp>
        <p:nvSpPr>
          <p:cNvPr id="3" name="Content Placeholder 2"/>
          <p:cNvSpPr>
            <a:spLocks noGrp="1"/>
          </p:cNvSpPr>
          <p:nvPr>
            <p:ph idx="1"/>
          </p:nvPr>
        </p:nvSpPr>
        <p:spPr/>
        <p:txBody>
          <a:bodyPr>
            <a:normAutofit/>
          </a:bodyPr>
          <a:lstStyle/>
          <a:p>
            <a:pPr marL="0" indent="0">
              <a:buNone/>
            </a:pPr>
            <a:r>
              <a:rPr lang="en-US" dirty="0"/>
              <a:t>A Director can cease from occupying his position based on the following:</a:t>
            </a:r>
            <a:br>
              <a:rPr lang="en-US" dirty="0"/>
            </a:br>
            <a:r>
              <a:rPr lang="en-US" dirty="0"/>
              <a:t>1. Prohibition on grounds of fraud</a:t>
            </a:r>
          </a:p>
          <a:p>
            <a:pPr marL="0" indent="0">
              <a:buNone/>
            </a:pPr>
            <a:r>
              <a:rPr lang="en-US" dirty="0"/>
              <a:t>2. Bankruptcy</a:t>
            </a:r>
          </a:p>
          <a:p>
            <a:pPr marL="0" indent="0">
              <a:buNone/>
            </a:pPr>
            <a:r>
              <a:rPr lang="en-US" dirty="0"/>
              <a:t>3. Insanity</a:t>
            </a:r>
          </a:p>
          <a:p>
            <a:pPr marL="0" indent="0">
              <a:buNone/>
            </a:pPr>
            <a:r>
              <a:rPr lang="en-US" dirty="0"/>
              <a:t>4. Resignation</a:t>
            </a:r>
          </a:p>
          <a:p>
            <a:pPr marL="0" indent="0">
              <a:buNone/>
            </a:pPr>
            <a:endParaRPr lang="en-US" dirty="0"/>
          </a:p>
        </p:txBody>
      </p:sp>
    </p:spTree>
    <p:extLst>
      <p:ext uri="{BB962C8B-B14F-4D97-AF65-F5344CB8AC3E}">
        <p14:creationId xmlns:p14="http://schemas.microsoft.com/office/powerpoint/2010/main" val="2182846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PROCEEDINGS OF DIRECTORS –S 289 CAMA</a:t>
            </a:r>
          </a:p>
        </p:txBody>
      </p:sp>
      <p:sp>
        <p:nvSpPr>
          <p:cNvPr id="3" name="Content Placeholder 2"/>
          <p:cNvSpPr>
            <a:spLocks noGrp="1"/>
          </p:cNvSpPr>
          <p:nvPr>
            <p:ph idx="1"/>
          </p:nvPr>
        </p:nvSpPr>
        <p:spPr/>
        <p:txBody>
          <a:bodyPr>
            <a:noAutofit/>
          </a:bodyPr>
          <a:lstStyle/>
          <a:p>
            <a:pPr marL="0" indent="0">
              <a:buNone/>
            </a:pPr>
            <a:r>
              <a:rPr lang="en-US" sz="3600" dirty="0"/>
              <a:t>The Board of Directors is headed by a chairman.</a:t>
            </a:r>
          </a:p>
          <a:p>
            <a:pPr marL="0" indent="0">
              <a:buNone/>
            </a:pPr>
            <a:r>
              <a:rPr lang="en-US" sz="3600" dirty="0"/>
              <a:t>The first meeting of the Board of Directors must be held within the first six months of incorporation of the company.</a:t>
            </a:r>
          </a:p>
          <a:p>
            <a:pPr marL="0" indent="0">
              <a:buNone/>
            </a:pPr>
            <a:r>
              <a:rPr lang="en-US" sz="3600" dirty="0"/>
              <a:t>Quorum of the meeting – S290</a:t>
            </a:r>
          </a:p>
          <a:p>
            <a:pPr marL="0" indent="0">
              <a:buNone/>
            </a:pPr>
            <a:r>
              <a:rPr lang="en-US" sz="3600" dirty="0"/>
              <a:t>What happens where the directors fail to have a quorum? S 291</a:t>
            </a:r>
          </a:p>
          <a:p>
            <a:pPr marL="0" indent="0">
              <a:buNone/>
            </a:pPr>
            <a:r>
              <a:rPr lang="en-US" sz="3600" dirty="0"/>
              <a:t>Length of Notice of Director’s meeting –S 292</a:t>
            </a:r>
          </a:p>
        </p:txBody>
      </p:sp>
    </p:spTree>
    <p:extLst>
      <p:ext uri="{BB962C8B-B14F-4D97-AF65-F5344CB8AC3E}">
        <p14:creationId xmlns:p14="http://schemas.microsoft.com/office/powerpoint/2010/main" val="4216598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REMUNERATION OF DIRECTORS. S. 293 CAMA</a:t>
            </a:r>
          </a:p>
        </p:txBody>
      </p:sp>
      <p:sp>
        <p:nvSpPr>
          <p:cNvPr id="3" name="Content Placeholder 2"/>
          <p:cNvSpPr>
            <a:spLocks noGrp="1"/>
          </p:cNvSpPr>
          <p:nvPr>
            <p:ph idx="1"/>
          </p:nvPr>
        </p:nvSpPr>
        <p:spPr/>
        <p:txBody>
          <a:bodyPr/>
          <a:lstStyle/>
          <a:p>
            <a:r>
              <a:rPr lang="en-US" dirty="0"/>
              <a:t>Remuneration of directors is determined by the company in general meeting.</a:t>
            </a:r>
          </a:p>
          <a:p>
            <a:r>
              <a:rPr lang="en-US" dirty="0"/>
              <a:t>The directors may also be paid travelling, hotel and other expenses properly incurred by them in attending and returning from meetings of the directors, committee of the directors, general meetings of the company or in connection with the business of the company.</a:t>
            </a:r>
          </a:p>
        </p:txBody>
      </p:sp>
    </p:spTree>
    <p:extLst>
      <p:ext uri="{BB962C8B-B14F-4D97-AF65-F5344CB8AC3E}">
        <p14:creationId xmlns:p14="http://schemas.microsoft.com/office/powerpoint/2010/main" val="2447677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RETIREMENT AND ROTATION OF DIRECTORS. S. 285 CAMA</a:t>
            </a:r>
            <a:endParaRPr lang="en-US" dirty="0"/>
          </a:p>
        </p:txBody>
      </p:sp>
      <p:sp>
        <p:nvSpPr>
          <p:cNvPr id="3" name="Content Placeholder 2"/>
          <p:cNvSpPr>
            <a:spLocks noGrp="1"/>
          </p:cNvSpPr>
          <p:nvPr>
            <p:ph idx="1"/>
          </p:nvPr>
        </p:nvSpPr>
        <p:spPr/>
        <p:txBody>
          <a:bodyPr/>
          <a:lstStyle/>
          <a:p>
            <a:r>
              <a:rPr lang="en-US" dirty="0"/>
              <a:t>Retirement deals with the period when Directors who have been appointed in a company can retire and leave office while rotation deals with the mode of determining who among the directors is supposed to retire at a stipulated period of time.</a:t>
            </a:r>
          </a:p>
        </p:txBody>
      </p:sp>
    </p:spTree>
    <p:extLst>
      <p:ext uri="{BB962C8B-B14F-4D97-AF65-F5344CB8AC3E}">
        <p14:creationId xmlns:p14="http://schemas.microsoft.com/office/powerpoint/2010/main" val="3620525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CONTINUATION</a:t>
            </a:r>
          </a:p>
        </p:txBody>
      </p:sp>
      <p:sp>
        <p:nvSpPr>
          <p:cNvPr id="3" name="Content Placeholder 2"/>
          <p:cNvSpPr>
            <a:spLocks noGrp="1"/>
          </p:cNvSpPr>
          <p:nvPr>
            <p:ph idx="1"/>
          </p:nvPr>
        </p:nvSpPr>
        <p:spPr/>
        <p:txBody>
          <a:bodyPr>
            <a:normAutofit/>
          </a:bodyPr>
          <a:lstStyle/>
          <a:p>
            <a:r>
              <a:rPr lang="en-US" dirty="0"/>
              <a:t>At the first Annual General Meeting, all the Directors of the company shall retire.</a:t>
            </a:r>
          </a:p>
          <a:p>
            <a:r>
              <a:rPr lang="en-US" dirty="0"/>
              <a:t>At the Subsequent AGM, 1/3</a:t>
            </a:r>
            <a:r>
              <a:rPr lang="en-US" baseline="30000" dirty="0"/>
              <a:t>rd</a:t>
            </a:r>
            <a:r>
              <a:rPr lang="en-US" dirty="0"/>
              <a:t> of the entire number of the directors shall retire or nearest whole number if the number is not a multiple of three. </a:t>
            </a:r>
          </a:p>
          <a:p>
            <a:r>
              <a:rPr lang="en-US" dirty="0"/>
              <a:t>Life directors are exempted from retirement by rotation so if the number of the directors to retire is being calculated, life directors will not be included.</a:t>
            </a:r>
          </a:p>
        </p:txBody>
      </p:sp>
    </p:spTree>
    <p:extLst>
      <p:ext uri="{BB962C8B-B14F-4D97-AF65-F5344CB8AC3E}">
        <p14:creationId xmlns:p14="http://schemas.microsoft.com/office/powerpoint/2010/main" val="951648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normAutofit/>
          </a:bodyPr>
          <a:lstStyle/>
          <a:p>
            <a:pPr marL="0" indent="0">
              <a:buNone/>
            </a:pPr>
            <a:endParaRPr lang="en-US" dirty="0"/>
          </a:p>
          <a:p>
            <a:r>
              <a:rPr lang="en-US" sz="3600" dirty="0"/>
              <a:t>Those who have been longest in office shall retire first. </a:t>
            </a:r>
            <a:r>
              <a:rPr lang="en-US" sz="3600" b="1" dirty="0">
                <a:solidFill>
                  <a:srgbClr val="FF0000"/>
                </a:solidFill>
              </a:rPr>
              <a:t>FIFO.</a:t>
            </a:r>
            <a:endParaRPr lang="en-US" sz="3600" dirty="0"/>
          </a:p>
          <a:p>
            <a:r>
              <a:rPr lang="en-US" sz="3600" dirty="0"/>
              <a:t>Where two or more directors are appointed on the same day, retirement shall be by casting </a:t>
            </a:r>
            <a:r>
              <a:rPr lang="en-US" sz="3600" b="1" dirty="0">
                <a:solidFill>
                  <a:srgbClr val="FF0000"/>
                </a:solidFill>
              </a:rPr>
              <a:t>lot </a:t>
            </a:r>
            <a:r>
              <a:rPr lang="en-US" sz="3600" dirty="0"/>
              <a:t>unless they agree amongst themselves on who should retire. </a:t>
            </a:r>
            <a:r>
              <a:rPr lang="en-US" sz="3600" b="1" dirty="0"/>
              <a:t>S. 285(2) CAMA</a:t>
            </a:r>
          </a:p>
          <a:p>
            <a:endParaRPr lang="en-US" sz="3600" dirty="0"/>
          </a:p>
          <a:p>
            <a:pPr marL="0" indent="0">
              <a:buNone/>
            </a:pPr>
            <a:endParaRPr lang="en-US" b="1" dirty="0">
              <a:solidFill>
                <a:srgbClr val="FF0000"/>
              </a:solidFill>
            </a:endParaRP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702304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normAutofit/>
          </a:bodyPr>
          <a:lstStyle/>
          <a:p>
            <a:r>
              <a:rPr lang="en-US" sz="4000" dirty="0"/>
              <a:t>Where he is deemed re-elected as a director, he becomes the newest in office.</a:t>
            </a:r>
          </a:p>
          <a:p>
            <a:r>
              <a:rPr lang="en-US" sz="4000" dirty="0"/>
              <a:t>A person appointed to replace a removed director continues the tenure of the person removed.</a:t>
            </a:r>
          </a:p>
        </p:txBody>
      </p:sp>
    </p:spTree>
    <p:extLst>
      <p:ext uri="{BB962C8B-B14F-4D97-AF65-F5344CB8AC3E}">
        <p14:creationId xmlns:p14="http://schemas.microsoft.com/office/powerpoint/2010/main" val="1204428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EXCEPTIONS TO RETIREMENT BY ROTATION</a:t>
            </a:r>
          </a:p>
        </p:txBody>
      </p:sp>
      <p:sp>
        <p:nvSpPr>
          <p:cNvPr id="3" name="Content Placeholder 2"/>
          <p:cNvSpPr>
            <a:spLocks noGrp="1"/>
          </p:cNvSpPr>
          <p:nvPr>
            <p:ph idx="1"/>
          </p:nvPr>
        </p:nvSpPr>
        <p:spPr/>
        <p:txBody>
          <a:bodyPr/>
          <a:lstStyle/>
          <a:p>
            <a:r>
              <a:rPr lang="en-US" dirty="0"/>
              <a:t>The Article of Association of a company can exempt the rule of rotation of directors.</a:t>
            </a:r>
          </a:p>
          <a:p>
            <a:r>
              <a:rPr lang="en-US" dirty="0"/>
              <a:t>Directors service contract can exempt some directors from the application of retirement by rotation.</a:t>
            </a:r>
          </a:p>
          <a:p>
            <a:r>
              <a:rPr lang="en-US" dirty="0"/>
              <a:t> Life Directors do not retire by rotation</a:t>
            </a:r>
          </a:p>
        </p:txBody>
      </p:sp>
    </p:spTree>
    <p:extLst>
      <p:ext uri="{BB962C8B-B14F-4D97-AF65-F5344CB8AC3E}">
        <p14:creationId xmlns:p14="http://schemas.microsoft.com/office/powerpoint/2010/main" val="2854967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RE-ELECTION OF RETIRING DIRECTORS</a:t>
            </a:r>
          </a:p>
        </p:txBody>
      </p:sp>
      <p:sp>
        <p:nvSpPr>
          <p:cNvPr id="3" name="Content Placeholder 2"/>
          <p:cNvSpPr>
            <a:spLocks noGrp="1"/>
          </p:cNvSpPr>
          <p:nvPr>
            <p:ph idx="1"/>
          </p:nvPr>
        </p:nvSpPr>
        <p:spPr/>
        <p:txBody>
          <a:bodyPr/>
          <a:lstStyle/>
          <a:p>
            <a:r>
              <a:rPr lang="en-US" dirty="0"/>
              <a:t>A retiring Director who has offered himself for re-election is deemed re-elected provided that:</a:t>
            </a:r>
          </a:p>
          <a:p>
            <a:pPr marL="514350" indent="-514350">
              <a:buAutoNum type="alphaLcPeriod"/>
            </a:pPr>
            <a:r>
              <a:rPr lang="en-US" dirty="0"/>
              <a:t>No one has been appointed to replace him</a:t>
            </a:r>
          </a:p>
          <a:p>
            <a:pPr marL="514350" indent="-514350">
              <a:buAutoNum type="alphaLcPeriod"/>
            </a:pPr>
            <a:r>
              <a:rPr lang="en-US" dirty="0"/>
              <a:t>His re-election has not been put to vote and he lost</a:t>
            </a:r>
          </a:p>
          <a:p>
            <a:pPr marL="514350" indent="-514350">
              <a:buAutoNum type="alphaLcPeriod"/>
            </a:pPr>
            <a:r>
              <a:rPr lang="en-US" dirty="0"/>
              <a:t>There is no resolution postponing the filling of the vacancy to a future date.</a:t>
            </a:r>
          </a:p>
        </p:txBody>
      </p:sp>
    </p:spTree>
    <p:extLst>
      <p:ext uri="{BB962C8B-B14F-4D97-AF65-F5344CB8AC3E}">
        <p14:creationId xmlns:p14="http://schemas.microsoft.com/office/powerpoint/2010/main" val="3243821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b="1" dirty="0"/>
              <a:t>REMOVAL OF DIRECTORS. S. 288 CAMA</a:t>
            </a:r>
          </a:p>
        </p:txBody>
      </p:sp>
      <p:sp>
        <p:nvSpPr>
          <p:cNvPr id="3" name="Content Placeholder 2"/>
          <p:cNvSpPr>
            <a:spLocks noGrp="1"/>
          </p:cNvSpPr>
          <p:nvPr>
            <p:ph idx="1"/>
          </p:nvPr>
        </p:nvSpPr>
        <p:spPr/>
        <p:txBody>
          <a:bodyPr>
            <a:normAutofit/>
          </a:bodyPr>
          <a:lstStyle/>
          <a:p>
            <a:r>
              <a:rPr lang="en-US" dirty="0"/>
              <a:t>All types of Directors can be removed. A shadow Director is presumed to have been removed once his instructions are no longer followed by the company.</a:t>
            </a:r>
          </a:p>
          <a:p>
            <a:r>
              <a:rPr lang="en-US" dirty="0"/>
              <a:t>Once a person is removed as a Director, he ceases to occupy any Executive position like Chairman, Managing Director, Executive Director e. t. c.</a:t>
            </a:r>
          </a:p>
          <a:p>
            <a:r>
              <a:rPr lang="en-US" b="1" dirty="0" err="1"/>
              <a:t>Longe</a:t>
            </a:r>
            <a:r>
              <a:rPr lang="en-US" b="1" dirty="0"/>
              <a:t> V FBN</a:t>
            </a:r>
          </a:p>
        </p:txBody>
      </p:sp>
    </p:spTree>
    <p:extLst>
      <p:ext uri="{BB962C8B-B14F-4D97-AF65-F5344CB8AC3E}">
        <p14:creationId xmlns:p14="http://schemas.microsoft.com/office/powerpoint/2010/main" val="864270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 </a:t>
            </a:r>
          </a:p>
        </p:txBody>
      </p:sp>
      <p:sp>
        <p:nvSpPr>
          <p:cNvPr id="3" name="Content Placeholder 2"/>
          <p:cNvSpPr>
            <a:spLocks noGrp="1"/>
          </p:cNvSpPr>
          <p:nvPr>
            <p:ph idx="1"/>
          </p:nvPr>
        </p:nvSpPr>
        <p:spPr/>
        <p:txBody>
          <a:bodyPr/>
          <a:lstStyle/>
          <a:p>
            <a:r>
              <a:rPr lang="en-US" dirty="0"/>
              <a:t>Protective Clause in the Articles of Association or non-termination clause in the Service Contract cannot stop a director from being removed by members.</a:t>
            </a:r>
          </a:p>
          <a:p>
            <a:endParaRPr lang="en-US" dirty="0"/>
          </a:p>
          <a:p>
            <a:endParaRPr lang="en-US" dirty="0"/>
          </a:p>
        </p:txBody>
      </p:sp>
    </p:spTree>
    <p:extLst>
      <p:ext uri="{BB962C8B-B14F-4D97-AF65-F5344CB8AC3E}">
        <p14:creationId xmlns:p14="http://schemas.microsoft.com/office/powerpoint/2010/main" val="274441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PROCEDURE FOR REMOVAL OF A DIRECTOR IN CAMA. S.288</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1. Special Notice for the removal of the Director by the applicant requesting the removal will be sent with the proposed resolution to the Company at least </a:t>
            </a:r>
            <a:r>
              <a:rPr lang="en-US" b="1" dirty="0">
                <a:solidFill>
                  <a:srgbClr val="FF0000"/>
                </a:solidFill>
              </a:rPr>
              <a:t>28 days before the meeting</a:t>
            </a:r>
            <a:r>
              <a:rPr lang="en-US" dirty="0"/>
              <a:t>.</a:t>
            </a:r>
          </a:p>
          <a:p>
            <a:pPr marL="0" indent="0">
              <a:buNone/>
            </a:pPr>
            <a:r>
              <a:rPr lang="en-US" dirty="0"/>
              <a:t>2. Both the Special Notice and the Proposed Resolution will be sent to the Director to be removed by the Company Secretary requesting for his written representation and attendance at the meeting. </a:t>
            </a:r>
          </a:p>
          <a:p>
            <a:pPr marL="0" indent="0">
              <a:buNone/>
            </a:pPr>
            <a:r>
              <a:rPr lang="en-US" dirty="0"/>
              <a:t>3. The Board authorizes the Company Secretary to issue a 21 days Notice of General Meeting to all the members of the company.</a:t>
            </a:r>
          </a:p>
          <a:p>
            <a:pPr marL="0" indent="0">
              <a:buNone/>
            </a:pPr>
            <a:r>
              <a:rPr lang="en-US" dirty="0"/>
              <a:t>4. The notice of meeting will be accompanied by the written representation of the Director to be removed and where the representation is not available at the time in which the notice is sent, it shall be read during the meeting of the company.</a:t>
            </a:r>
          </a:p>
          <a:p>
            <a:pPr marL="0" indent="0">
              <a:buNone/>
            </a:pPr>
            <a:endParaRPr lang="en-US" dirty="0"/>
          </a:p>
        </p:txBody>
      </p:sp>
    </p:spTree>
    <p:extLst>
      <p:ext uri="{BB962C8B-B14F-4D97-AF65-F5344CB8AC3E}">
        <p14:creationId xmlns:p14="http://schemas.microsoft.com/office/powerpoint/2010/main" val="1134677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5. Where it proved that the Director intends to read a defamatory written representation at the meeting, an aggrieved party can obtain an order from the court restraining the representation from being read.</a:t>
            </a:r>
          </a:p>
          <a:p>
            <a:pPr marL="0" indent="0">
              <a:buNone/>
            </a:pPr>
            <a:r>
              <a:rPr lang="en-US" dirty="0"/>
              <a:t>6.At the General Meeting the representation is read and the Director is allowed to defend himself.</a:t>
            </a:r>
          </a:p>
          <a:p>
            <a:pPr marL="0" indent="0">
              <a:buNone/>
            </a:pPr>
            <a:r>
              <a:rPr lang="en-US" dirty="0"/>
              <a:t>7. The Chairman will allow the members to vote on the proposed resolution and pass it as an Ordinary Resolution and the affected Director stands removed.</a:t>
            </a:r>
          </a:p>
          <a:p>
            <a:pPr marL="0" indent="0">
              <a:buNone/>
            </a:pPr>
            <a:r>
              <a:rPr lang="en-US" dirty="0"/>
              <a:t>8. The Resolution for the removal and CAC 7(Particulars of Directors and any Change therein) is filed at the CAC within 14 days.</a:t>
            </a:r>
          </a:p>
          <a:p>
            <a:pPr marL="0" indent="0">
              <a:buNone/>
            </a:pPr>
            <a:r>
              <a:rPr lang="en-US" dirty="0"/>
              <a:t>9. Alterations in the Register of Directors is made by the Secretary.</a:t>
            </a:r>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2966294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COMPANY SECRETARY</a:t>
            </a:r>
          </a:p>
        </p:txBody>
      </p:sp>
      <p:sp>
        <p:nvSpPr>
          <p:cNvPr id="3" name="Content Placeholder 2"/>
          <p:cNvSpPr>
            <a:spLocks noGrp="1"/>
          </p:cNvSpPr>
          <p:nvPr>
            <p:ph idx="1"/>
          </p:nvPr>
        </p:nvSpPr>
        <p:spPr/>
        <p:txBody>
          <a:bodyPr/>
          <a:lstStyle/>
          <a:p>
            <a:r>
              <a:rPr lang="en-US" dirty="0"/>
              <a:t>Every Company apart from a </a:t>
            </a:r>
            <a:r>
              <a:rPr lang="en-US" b="1" dirty="0">
                <a:solidFill>
                  <a:srgbClr val="FF0000"/>
                </a:solidFill>
              </a:rPr>
              <a:t>SMALL</a:t>
            </a:r>
            <a:r>
              <a:rPr lang="en-US" dirty="0"/>
              <a:t> company must have a company secretary.</a:t>
            </a:r>
            <a:r>
              <a:rPr lang="en-US" b="1" dirty="0">
                <a:solidFill>
                  <a:srgbClr val="FF0000"/>
                </a:solidFill>
              </a:rPr>
              <a:t>S.330 CAMA</a:t>
            </a:r>
          </a:p>
          <a:p>
            <a:endParaRPr lang="en-US" b="1" dirty="0">
              <a:solidFill>
                <a:srgbClr val="FF0000"/>
              </a:solidFill>
            </a:endParaRPr>
          </a:p>
        </p:txBody>
      </p:sp>
    </p:spTree>
    <p:extLst>
      <p:ext uri="{BB962C8B-B14F-4D97-AF65-F5344CB8AC3E}">
        <p14:creationId xmlns:p14="http://schemas.microsoft.com/office/powerpoint/2010/main" val="2973331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QUALIFICATION OF A COMPANY SECRETARY. S.332 CAMA</a:t>
            </a:r>
          </a:p>
        </p:txBody>
      </p:sp>
      <p:sp>
        <p:nvSpPr>
          <p:cNvPr id="3" name="Content Placeholder 2"/>
          <p:cNvSpPr>
            <a:spLocks noGrp="1"/>
          </p:cNvSpPr>
          <p:nvPr>
            <p:ph idx="1"/>
          </p:nvPr>
        </p:nvSpPr>
        <p:spPr/>
        <p:txBody>
          <a:bodyPr/>
          <a:lstStyle/>
          <a:p>
            <a:r>
              <a:rPr lang="en-US" dirty="0"/>
              <a:t>The company secretary must have the requisite knowledge and experience to discharge the functions.</a:t>
            </a:r>
          </a:p>
          <a:p>
            <a:r>
              <a:rPr lang="en-US" dirty="0"/>
              <a:t>This qualification is for Secretaries of both Public and Private Companies.</a:t>
            </a:r>
          </a:p>
        </p:txBody>
      </p:sp>
    </p:spTree>
    <p:extLst>
      <p:ext uri="{BB962C8B-B14F-4D97-AF65-F5344CB8AC3E}">
        <p14:creationId xmlns:p14="http://schemas.microsoft.com/office/powerpoint/2010/main" val="2827155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ADDITIONAL QUALIFICATION FOR SECRETRIES OF PUBLIC COMPANIES. S. 332 CAMA</a:t>
            </a:r>
          </a:p>
        </p:txBody>
      </p:sp>
      <p:sp>
        <p:nvSpPr>
          <p:cNvPr id="3" name="Content Placeholder 2"/>
          <p:cNvSpPr>
            <a:spLocks noGrp="1"/>
          </p:cNvSpPr>
          <p:nvPr>
            <p:ph idx="1"/>
          </p:nvPr>
        </p:nvSpPr>
        <p:spPr/>
        <p:txBody>
          <a:bodyPr/>
          <a:lstStyle/>
          <a:p>
            <a:pPr marL="0" indent="0">
              <a:buNone/>
            </a:pPr>
            <a:r>
              <a:rPr lang="en-US" dirty="0"/>
              <a:t>The secretary must either be:</a:t>
            </a:r>
          </a:p>
          <a:p>
            <a:pPr marL="514350" indent="-514350">
              <a:buAutoNum type="arabicPeriod"/>
            </a:pPr>
            <a:r>
              <a:rPr lang="en-US" dirty="0"/>
              <a:t>A member of the institute of Chartered Secretaries and Administration</a:t>
            </a:r>
          </a:p>
          <a:p>
            <a:pPr marL="514350" indent="-514350">
              <a:buAutoNum type="arabicPeriod"/>
            </a:pPr>
            <a:r>
              <a:rPr lang="en-US" dirty="0"/>
              <a:t>A Legal Practitioner</a:t>
            </a:r>
          </a:p>
          <a:p>
            <a:pPr marL="514350" indent="-514350">
              <a:buAutoNum type="arabicPeriod"/>
            </a:pPr>
            <a:r>
              <a:rPr lang="en-US" dirty="0"/>
              <a:t>A member of the institute of Chartered Accountancy of Nigeria or other related bodies</a:t>
            </a:r>
          </a:p>
          <a:p>
            <a:pPr marL="0" indent="0">
              <a:buNone/>
            </a:pPr>
            <a:endParaRPr lang="en-US" dirty="0"/>
          </a:p>
        </p:txBody>
      </p:sp>
    </p:spTree>
    <p:extLst>
      <p:ext uri="{BB962C8B-B14F-4D97-AF65-F5344CB8AC3E}">
        <p14:creationId xmlns:p14="http://schemas.microsoft.com/office/powerpoint/2010/main" val="1313287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lstStyle/>
          <a:p>
            <a:pPr marL="0" indent="0">
              <a:buNone/>
            </a:pPr>
            <a:r>
              <a:rPr lang="en-US" dirty="0"/>
              <a:t>4. Any person who has held office of the secretary of a public company for at least three years of the five years immediately preceding his appointment in a public company; or</a:t>
            </a:r>
          </a:p>
          <a:p>
            <a:pPr marL="0" indent="0">
              <a:buNone/>
            </a:pPr>
            <a:r>
              <a:rPr lang="en-US" dirty="0"/>
              <a:t>5. A body corporate or firm consisting of members each of whom is qualified to hold the office of a secretary as stated above.</a:t>
            </a:r>
          </a:p>
        </p:txBody>
      </p:sp>
    </p:spTree>
    <p:extLst>
      <p:ext uri="{BB962C8B-B14F-4D97-AF65-F5344CB8AC3E}">
        <p14:creationId xmlns:p14="http://schemas.microsoft.com/office/powerpoint/2010/main" val="26489145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APPOINTMENT OF A COMPANY SECRETARY</a:t>
            </a:r>
          </a:p>
        </p:txBody>
      </p:sp>
      <p:sp>
        <p:nvSpPr>
          <p:cNvPr id="3" name="Content Placeholder 2"/>
          <p:cNvSpPr>
            <a:spLocks noGrp="1"/>
          </p:cNvSpPr>
          <p:nvPr>
            <p:ph idx="1"/>
          </p:nvPr>
        </p:nvSpPr>
        <p:spPr/>
        <p:txBody>
          <a:bodyPr/>
          <a:lstStyle/>
          <a:p>
            <a:pPr marL="514350" indent="-514350">
              <a:buAutoNum type="arabicPeriod"/>
            </a:pPr>
            <a:r>
              <a:rPr lang="en-US" dirty="0"/>
              <a:t>The Board of Directors are empowered to appoint company secretaries.</a:t>
            </a:r>
          </a:p>
          <a:p>
            <a:pPr marL="514350" indent="-514350">
              <a:buAutoNum type="arabicPeriod"/>
            </a:pPr>
            <a:r>
              <a:rPr lang="en-US" dirty="0"/>
              <a:t>The Board can delegate the appointment of a company secretary to someone else who will appoint the secretary. </a:t>
            </a:r>
          </a:p>
          <a:p>
            <a:pPr marL="514350" indent="-514350">
              <a:buAutoNum type="arabicPeriod"/>
            </a:pPr>
            <a:r>
              <a:rPr lang="en-US" dirty="0"/>
              <a:t>Upon the appointment of the secretary, a return is made to the CAC of the secretary's appointment within 14 days.</a:t>
            </a:r>
          </a:p>
        </p:txBody>
      </p:sp>
    </p:spTree>
    <p:extLst>
      <p:ext uri="{BB962C8B-B14F-4D97-AF65-F5344CB8AC3E}">
        <p14:creationId xmlns:p14="http://schemas.microsoft.com/office/powerpoint/2010/main" val="212969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DUTIES OF A COMPANY SECRETARY</a:t>
            </a:r>
          </a:p>
        </p:txBody>
      </p:sp>
      <p:sp>
        <p:nvSpPr>
          <p:cNvPr id="3" name="Content Placeholder 2"/>
          <p:cNvSpPr>
            <a:spLocks noGrp="1"/>
          </p:cNvSpPr>
          <p:nvPr>
            <p:ph idx="1"/>
          </p:nvPr>
        </p:nvSpPr>
        <p:spPr/>
        <p:txBody>
          <a:bodyPr>
            <a:normAutofit/>
          </a:bodyPr>
          <a:lstStyle/>
          <a:p>
            <a:pPr marL="514350" indent="-514350">
              <a:buAutoNum type="arabicPeriod"/>
            </a:pPr>
            <a:r>
              <a:rPr lang="en-US" dirty="0"/>
              <a:t>Attends company's Board and Committee meetings</a:t>
            </a:r>
          </a:p>
          <a:p>
            <a:pPr marL="514350" indent="-514350">
              <a:buAutoNum type="arabicPeriod"/>
            </a:pPr>
            <a:r>
              <a:rPr lang="en-US" dirty="0"/>
              <a:t>Renders returns and gives notifications to the Commission.</a:t>
            </a:r>
          </a:p>
          <a:p>
            <a:pPr marL="514350" indent="-514350">
              <a:buAutoNum type="arabicPeriod"/>
            </a:pPr>
            <a:r>
              <a:rPr lang="en-US" dirty="0"/>
              <a:t>Keeps statutory registers and books of the company.</a:t>
            </a:r>
          </a:p>
          <a:p>
            <a:pPr marL="514350" indent="-514350">
              <a:buAutoNum type="arabicPeriod"/>
            </a:pPr>
            <a:r>
              <a:rPr lang="en-US" dirty="0"/>
              <a:t>Carries out administrative and other secretarial duties as directed by the directors or the company.</a:t>
            </a:r>
          </a:p>
          <a:p>
            <a:pPr marL="514350" indent="-514350">
              <a:buAutoNum type="arabicPeriod"/>
            </a:pPr>
            <a:endParaRPr lang="en-US" dirty="0"/>
          </a:p>
        </p:txBody>
      </p:sp>
    </p:spTree>
    <p:extLst>
      <p:ext uri="{BB962C8B-B14F-4D97-AF65-F5344CB8AC3E}">
        <p14:creationId xmlns:p14="http://schemas.microsoft.com/office/powerpoint/2010/main" val="3816412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p:txBody>
          <a:bodyPr/>
          <a:lstStyle/>
          <a:p>
            <a:pPr marL="0" indent="0">
              <a:buNone/>
            </a:pPr>
            <a:r>
              <a:rPr lang="en-US" dirty="0"/>
              <a:t>5. Serves as an intermediary between the Board and the Shareholders</a:t>
            </a:r>
          </a:p>
          <a:p>
            <a:pPr marL="0" indent="0">
              <a:buNone/>
            </a:pPr>
            <a:r>
              <a:rPr lang="en-US" dirty="0"/>
              <a:t>6. Serves as an intermediary between the company and other agencies.</a:t>
            </a:r>
          </a:p>
          <a:p>
            <a:pPr marL="0" indent="0">
              <a:buNone/>
            </a:pPr>
            <a:r>
              <a:rPr lang="en-US" dirty="0"/>
              <a:t>7. Advises the company on compliance with the provisions of the law</a:t>
            </a:r>
          </a:p>
          <a:p>
            <a:pPr marL="0" indent="0">
              <a:buNone/>
            </a:pPr>
            <a:r>
              <a:rPr lang="en-US" dirty="0"/>
              <a:t>8. Renders secretarial services in meetings</a:t>
            </a:r>
          </a:p>
        </p:txBody>
      </p:sp>
    </p:spTree>
    <p:extLst>
      <p:ext uri="{BB962C8B-B14F-4D97-AF65-F5344CB8AC3E}">
        <p14:creationId xmlns:p14="http://schemas.microsoft.com/office/powerpoint/2010/main" val="1264143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DUAL POSITION AS DIRECTOR AND COMPANY SECRETARY. S. 331 CAMA</a:t>
            </a:r>
          </a:p>
        </p:txBody>
      </p:sp>
      <p:sp>
        <p:nvSpPr>
          <p:cNvPr id="3" name="Content Placeholder 2"/>
          <p:cNvSpPr>
            <a:spLocks noGrp="1"/>
          </p:cNvSpPr>
          <p:nvPr>
            <p:ph idx="1"/>
          </p:nvPr>
        </p:nvSpPr>
        <p:spPr/>
        <p:txBody>
          <a:bodyPr/>
          <a:lstStyle/>
          <a:p>
            <a:pPr marL="0" indent="0">
              <a:buNone/>
            </a:pPr>
            <a:r>
              <a:rPr lang="en-US" dirty="0"/>
              <a:t>A person might be a director of a company as well as the secretary of the company. However, he cannot sign a document in both capacities where the document is to be signed by a Director and a Secretary.</a:t>
            </a:r>
          </a:p>
          <a:p>
            <a:pPr marL="0" indent="0">
              <a:buNone/>
            </a:pPr>
            <a:r>
              <a:rPr lang="en-US" b="1" dirty="0"/>
              <a:t>Daily Times Nig. Plc. v </a:t>
            </a:r>
            <a:r>
              <a:rPr lang="en-US" b="1" dirty="0" err="1"/>
              <a:t>Akindiji</a:t>
            </a:r>
            <a:r>
              <a:rPr lang="en-US" b="1" dirty="0"/>
              <a:t> </a:t>
            </a:r>
            <a:r>
              <a:rPr lang="en-US" dirty="0"/>
              <a:t>(1998) 13 NWLR(</a:t>
            </a:r>
            <a:r>
              <a:rPr lang="en-US" dirty="0" err="1"/>
              <a:t>Pt</a:t>
            </a:r>
            <a:r>
              <a:rPr lang="en-US" dirty="0"/>
              <a:t> 583) 22</a:t>
            </a:r>
          </a:p>
        </p:txBody>
      </p:sp>
    </p:spTree>
    <p:extLst>
      <p:ext uri="{BB962C8B-B14F-4D97-AF65-F5344CB8AC3E}">
        <p14:creationId xmlns:p14="http://schemas.microsoft.com/office/powerpoint/2010/main" val="27949924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RESIGNATION OF A SECRETARY. S. 333 CAMA</a:t>
            </a:r>
          </a:p>
        </p:txBody>
      </p:sp>
      <p:sp>
        <p:nvSpPr>
          <p:cNvPr id="3" name="Content Placeholder 2"/>
          <p:cNvSpPr>
            <a:spLocks noGrp="1"/>
          </p:cNvSpPr>
          <p:nvPr>
            <p:ph idx="1"/>
          </p:nvPr>
        </p:nvSpPr>
        <p:spPr/>
        <p:txBody>
          <a:bodyPr/>
          <a:lstStyle/>
          <a:p>
            <a:r>
              <a:rPr lang="en-US" dirty="0"/>
              <a:t>A Secretary may resign by sending a notice of resignation in writing to the company.</a:t>
            </a:r>
          </a:p>
        </p:txBody>
      </p:sp>
    </p:spTree>
    <p:extLst>
      <p:ext uri="{BB962C8B-B14F-4D97-AF65-F5344CB8AC3E}">
        <p14:creationId xmlns:p14="http://schemas.microsoft.com/office/powerpoint/2010/main" val="1440510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REMOVAL OF A COMPANY SECRETARY. S. 333(2) CAMA</a:t>
            </a:r>
          </a:p>
        </p:txBody>
      </p:sp>
      <p:sp>
        <p:nvSpPr>
          <p:cNvPr id="3" name="Content Placeholder 2"/>
          <p:cNvSpPr>
            <a:spLocks noGrp="1"/>
          </p:cNvSpPr>
          <p:nvPr>
            <p:ph idx="1"/>
          </p:nvPr>
        </p:nvSpPr>
        <p:spPr/>
        <p:txBody>
          <a:bodyPr>
            <a:normAutofit/>
          </a:bodyPr>
          <a:lstStyle/>
          <a:p>
            <a:pPr marL="0" indent="0">
              <a:buNone/>
            </a:pPr>
            <a:r>
              <a:rPr lang="en-US" dirty="0"/>
              <a:t>A Secretary of a Public Company can be removed following these procedures.</a:t>
            </a:r>
          </a:p>
          <a:p>
            <a:pPr marL="0" indent="0">
              <a:buNone/>
            </a:pPr>
            <a:r>
              <a:rPr lang="en-US" dirty="0"/>
              <a:t>1. The Board of Directors shall give the secretary notice of </a:t>
            </a:r>
            <a:r>
              <a:rPr lang="en-US" b="1" dirty="0">
                <a:solidFill>
                  <a:srgbClr val="FF0000"/>
                </a:solidFill>
              </a:rPr>
              <a:t>INTENTION TO REMOVE</a:t>
            </a:r>
          </a:p>
          <a:p>
            <a:pPr marL="0" indent="0">
              <a:buNone/>
            </a:pPr>
            <a:r>
              <a:rPr lang="en-US" dirty="0"/>
              <a:t>2. The notice will state the intention to remove the secretary.</a:t>
            </a:r>
          </a:p>
          <a:p>
            <a:pPr marL="0" indent="0">
              <a:buNone/>
            </a:pPr>
            <a:r>
              <a:rPr lang="en-US" dirty="0"/>
              <a:t>3. The notice will state the grounds for removal</a:t>
            </a:r>
          </a:p>
          <a:p>
            <a:pPr marL="0" indent="0">
              <a:buNone/>
            </a:pPr>
            <a:r>
              <a:rPr lang="en-US" dirty="0"/>
              <a:t>4. The secretary will be given not less than 7 working days to make a defense or resign</a:t>
            </a:r>
          </a:p>
        </p:txBody>
      </p:sp>
    </p:spTree>
    <p:extLst>
      <p:ext uri="{BB962C8B-B14F-4D97-AF65-F5344CB8AC3E}">
        <p14:creationId xmlns:p14="http://schemas.microsoft.com/office/powerpoint/2010/main" val="4070469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CONTINUATION</a:t>
            </a:r>
          </a:p>
        </p:txBody>
      </p:sp>
      <p:sp>
        <p:nvSpPr>
          <p:cNvPr id="3" name="Content Placeholder 2"/>
          <p:cNvSpPr>
            <a:spLocks noGrp="1"/>
          </p:cNvSpPr>
          <p:nvPr>
            <p:ph idx="1"/>
          </p:nvPr>
        </p:nvSpPr>
        <p:spPr>
          <a:xfrm>
            <a:off x="838200" y="1405467"/>
            <a:ext cx="10515600" cy="4771496"/>
          </a:xfrm>
        </p:spPr>
        <p:txBody>
          <a:bodyPr>
            <a:normAutofit fontScale="92500" lnSpcReduction="10000"/>
          </a:bodyPr>
          <a:lstStyle/>
          <a:p>
            <a:pPr marL="0" indent="0">
              <a:buNone/>
            </a:pPr>
            <a:r>
              <a:rPr lang="en-US" dirty="0"/>
              <a:t>5. After the expiration of the 7 days notice of intention to remove and the secretary did not resign or make a defense, the board can remove him and report to the next General Meeting.</a:t>
            </a:r>
          </a:p>
          <a:p>
            <a:pPr marL="0" indent="0">
              <a:buNone/>
            </a:pPr>
            <a:r>
              <a:rPr lang="en-US" dirty="0"/>
              <a:t>6. </a:t>
            </a:r>
            <a:r>
              <a:rPr lang="en-US" sz="2800" dirty="0"/>
              <a:t>If the ground for intended removal is fraud or serious misconduct, the Board may remove him and report to the company at the next general meeting.</a:t>
            </a:r>
          </a:p>
          <a:p>
            <a:pPr marL="0" indent="0">
              <a:buNone/>
            </a:pPr>
            <a:r>
              <a:rPr lang="en-US" dirty="0"/>
              <a:t>7. If the ground is not fraud or serious misconduct, the Board shall not remove him </a:t>
            </a:r>
            <a:r>
              <a:rPr lang="en-US" b="1" dirty="0"/>
              <a:t>WITHOUT</a:t>
            </a:r>
            <a:r>
              <a:rPr lang="en-US" dirty="0"/>
              <a:t> the approval of the general meeting but may suspend him and notify the company at the next general meeting.</a:t>
            </a:r>
          </a:p>
          <a:p>
            <a:r>
              <a:rPr lang="en-US" dirty="0"/>
              <a:t>If he is removed at the General meeting following the suspension, the effective date of his removal is determined by the company at the general meeting.</a:t>
            </a:r>
          </a:p>
          <a:p>
            <a:r>
              <a:rPr lang="en-US" b="1" dirty="0"/>
              <a:t>S.333(4) CAMA</a:t>
            </a:r>
          </a:p>
          <a:p>
            <a:pPr marL="0" indent="0">
              <a:buNone/>
            </a:pPr>
            <a:endParaRPr lang="en-US" dirty="0"/>
          </a:p>
          <a:p>
            <a:pPr marL="0" indent="0">
              <a:buNone/>
            </a:pPr>
            <a:endParaRPr lang="en-US" sz="2800" dirty="0"/>
          </a:p>
          <a:p>
            <a:pPr marL="0" indent="0">
              <a:buNone/>
            </a:pPr>
            <a:endParaRPr lang="en-US" dirty="0"/>
          </a:p>
        </p:txBody>
      </p:sp>
    </p:spTree>
    <p:extLst>
      <p:ext uri="{BB962C8B-B14F-4D97-AF65-F5344CB8AC3E}">
        <p14:creationId xmlns:p14="http://schemas.microsoft.com/office/powerpoint/2010/main" val="1962630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10369</TotalTime>
  <Words>2591</Words>
  <Application>Microsoft Office PowerPoint</Application>
  <PresentationFormat>Widescreen</PresentationFormat>
  <Paragraphs>223</Paragraphs>
  <Slides>45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Calibri Light</vt:lpstr>
      <vt:lpstr>Times New Roman</vt:lpstr>
      <vt:lpstr>Wingdings</vt:lpstr>
      <vt:lpstr>Office Theme</vt:lpstr>
      <vt:lpstr> CORPORATE GOVERNANCE 1</vt:lpstr>
      <vt:lpstr>What is Corporate Governance</vt:lpstr>
      <vt:lpstr>Legal Framework for Corporate Governance in Nigeria</vt:lpstr>
      <vt:lpstr>Legal Framework for Corporate Governance in Nigeria</vt:lpstr>
      <vt:lpstr> </vt:lpstr>
      <vt:lpstr>The Agency Theory </vt:lpstr>
      <vt:lpstr>The Agency Theory </vt:lpstr>
      <vt:lpstr>     Stakeholder Theory </vt:lpstr>
      <vt:lpstr>Stakeholder Theory</vt:lpstr>
      <vt:lpstr>The Stewardship Theory</vt:lpstr>
      <vt:lpstr>The Stewardship Theory</vt:lpstr>
      <vt:lpstr>Shareholder Theory</vt:lpstr>
      <vt:lpstr>Shareholder Theory</vt:lpstr>
      <vt:lpstr>Directorship</vt:lpstr>
      <vt:lpstr>NUMBER OF DIRECTORS. S. 271 CAMA</vt:lpstr>
      <vt:lpstr>DISQUALIFICATION OF A DIRECTOR. S. 279, 280, 281 and 283 CAMA</vt:lpstr>
      <vt:lpstr>CONTINUATION</vt:lpstr>
      <vt:lpstr>Appointment of Directors </vt:lpstr>
      <vt:lpstr>AGE OF DIRECTOR</vt:lpstr>
      <vt:lpstr>CONTINUATION</vt:lpstr>
      <vt:lpstr>DUTIES OF DIRECTORS S 305,306,308</vt:lpstr>
      <vt:lpstr>VACATION OF OFFICE OF DIRECTORS S284 CAMA</vt:lpstr>
      <vt:lpstr>PROCEEDINGS OF DIRECTORS –S 289 CAMA</vt:lpstr>
      <vt:lpstr>REMUNERATION OF DIRECTORS. S. 293 CAMA</vt:lpstr>
      <vt:lpstr>RETIREMENT AND ROTATION OF DIRECTORS. S. 285 CAMA</vt:lpstr>
      <vt:lpstr>CONTINUATION</vt:lpstr>
      <vt:lpstr>CONTINUATION</vt:lpstr>
      <vt:lpstr>CONTINUATION</vt:lpstr>
      <vt:lpstr>EXCEPTIONS TO RETIREMENT BY ROTATION</vt:lpstr>
      <vt:lpstr>RE-ELECTION OF RETIRING DIRECTORS</vt:lpstr>
      <vt:lpstr> REMOVAL OF DIRECTORS. S. 288 CAMA</vt:lpstr>
      <vt:lpstr>CONTINUATION </vt:lpstr>
      <vt:lpstr>PROCEDURE FOR REMOVAL OF A DIRECTOR IN CAMA. S.288</vt:lpstr>
      <vt:lpstr>CONTINUATION</vt:lpstr>
      <vt:lpstr>COMPANY SECRETARY</vt:lpstr>
      <vt:lpstr>QUALIFICATION OF A COMPANY SECRETARY. S.332 CAMA</vt:lpstr>
      <vt:lpstr>ADDITIONAL QUALIFICATION FOR SECRETRIES OF PUBLIC COMPANIES. S. 332 CAMA</vt:lpstr>
      <vt:lpstr>CONTINUATION</vt:lpstr>
      <vt:lpstr>APPOINTMENT OF A COMPANY SECRETARY</vt:lpstr>
      <vt:lpstr>DUTIES OF A COMPANY SECRETARY</vt:lpstr>
      <vt:lpstr>CONTINUATION</vt:lpstr>
      <vt:lpstr>DUAL POSITION AS DIRECTOR AND COMPANY SECRETARY. S. 331 CAMA</vt:lpstr>
      <vt:lpstr>RESIGNATION OF A SECRETARY. S. 333 CAMA</vt:lpstr>
      <vt:lpstr>REMOVAL OF A COMPANY SECRETARY. S. 333(2) CAMA</vt:lpstr>
      <vt:lpstr>CONTINUATION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SECURITIES 2</dc:title>
  <dc:creator>App Mbagwu</dc:creator>
  <cp:lastModifiedBy>Olaniwun Ajayi LP</cp:lastModifiedBy>
  <cp:revision>954</cp:revision>
  <dcterms:created xsi:type="dcterms:W3CDTF">2019-03-03T06:16:13Z</dcterms:created>
  <dcterms:modified xsi:type="dcterms:W3CDTF">2025-04-27T08:00:01Z</dcterms:modified>
</cp:coreProperties>
</file>